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268" r:id="rId3"/>
    <p:sldId id="257" r:id="rId4"/>
    <p:sldId id="291" r:id="rId5"/>
    <p:sldId id="258" r:id="rId6"/>
    <p:sldId id="259" r:id="rId7"/>
    <p:sldId id="260" r:id="rId8"/>
    <p:sldId id="261" r:id="rId9"/>
    <p:sldId id="262" r:id="rId10"/>
    <p:sldId id="263" r:id="rId11"/>
    <p:sldId id="264" r:id="rId12"/>
    <p:sldId id="265" r:id="rId13"/>
    <p:sldId id="266" r:id="rId14"/>
    <p:sldId id="267"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4" r:id="rId29"/>
    <p:sldId id="285" r:id="rId30"/>
    <p:sldId id="286" r:id="rId31"/>
    <p:sldId id="287" r:id="rId32"/>
    <p:sldId id="288" r:id="rId33"/>
    <p:sldId id="290" r:id="rId34"/>
    <p:sldId id="292" r:id="rId35"/>
    <p:sldId id="294" r:id="rId36"/>
    <p:sldId id="289" r:id="rId37"/>
    <p:sldId id="299" r:id="rId38"/>
    <p:sldId id="295" r:id="rId39"/>
    <p:sldId id="296" r:id="rId40"/>
    <p:sldId id="297" r:id="rId41"/>
    <p:sldId id="298" r:id="rId42"/>
    <p:sldId id="306" r:id="rId43"/>
    <p:sldId id="307" r:id="rId44"/>
    <p:sldId id="300" r:id="rId45"/>
    <p:sldId id="301" r:id="rId46"/>
    <p:sldId id="303" r:id="rId47"/>
    <p:sldId id="305" r:id="rId48"/>
  </p:sldIdLst>
  <p:sldSz cx="12192000" cy="6858000"/>
  <p:notesSz cx="6858000" cy="9144000"/>
  <p:defaultText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озділ за замовчуванням" id="{9D2257E3-C8F0-41AA-88D3-8258B5B6DC71}">
          <p14:sldIdLst>
            <p14:sldId id="256"/>
            <p14:sldId id="268"/>
            <p14:sldId id="257"/>
            <p14:sldId id="291"/>
            <p14:sldId id="258"/>
            <p14:sldId id="259"/>
            <p14:sldId id="260"/>
            <p14:sldId id="261"/>
            <p14:sldId id="262"/>
            <p14:sldId id="263"/>
            <p14:sldId id="264"/>
            <p14:sldId id="265"/>
            <p14:sldId id="266"/>
          </p14:sldIdLst>
        </p14:section>
        <p14:section name="Моделі навчання" id="{BF15951B-3A33-44E8-A62D-7B70EEA9C24C}">
          <p14:sldIdLst>
            <p14:sldId id="267"/>
            <p14:sldId id="269"/>
            <p14:sldId id="270"/>
            <p14:sldId id="271"/>
            <p14:sldId id="272"/>
            <p14:sldId id="273"/>
            <p14:sldId id="274"/>
            <p14:sldId id="275"/>
            <p14:sldId id="276"/>
            <p14:sldId id="277"/>
            <p14:sldId id="278"/>
            <p14:sldId id="279"/>
            <p14:sldId id="280"/>
            <p14:sldId id="281"/>
            <p14:sldId id="284"/>
            <p14:sldId id="285"/>
            <p14:sldId id="286"/>
            <p14:sldId id="287"/>
            <p14:sldId id="288"/>
            <p14:sldId id="290"/>
            <p14:sldId id="292"/>
            <p14:sldId id="294"/>
            <p14:sldId id="289"/>
          </p14:sldIdLst>
        </p14:section>
        <p14:section name="Навчання моделей" id="{0F331095-D488-4110-B40C-6A5D5BB60585}">
          <p14:sldIdLst>
            <p14:sldId id="299"/>
            <p14:sldId id="295"/>
            <p14:sldId id="296"/>
            <p14:sldId id="297"/>
            <p14:sldId id="298"/>
            <p14:sldId id="306"/>
            <p14:sldId id="307"/>
            <p14:sldId id="300"/>
            <p14:sldId id="301"/>
            <p14:sldId id="303"/>
            <p14:sldId id="30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C28121-F327-270D-C165-AC812FDB1A21}" v="178" dt="2025-09-17T20:27:11.351"/>
  </p1510:revLst>
</p1510:revInfo>
</file>

<file path=ppt/tableStyles.xml><?xml version="1.0" encoding="utf-8"?>
<a:tblStyleLst xmlns:a="http://schemas.openxmlformats.org/drawingml/2006/main" def="{5C22544A-7EE6-4342-B048-85BDC9FD1C3A}">
  <a:tblStyle styleId="{5C22544A-7EE6-4342-B048-85BDC9FD1C3A}" styleName="Помір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Світлий стиль 2 – акцент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Світлий стиль 2 – акцент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DCAF9ED-07DC-4A11-8D7F-57B35C25682E}" styleName="Помірний стиль 1 – акцент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5" autoAdjust="0"/>
    <p:restoredTop sz="94660"/>
  </p:normalViewPr>
  <p:slideViewPr>
    <p:cSldViewPr snapToGrid="0">
      <p:cViewPr varScale="1">
        <p:scale>
          <a:sx n="86" d="100"/>
          <a:sy n="86" d="100"/>
        </p:scale>
        <p:origin x="66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talii Polovyi" userId="12f8f3dd1d9954fe" providerId="Windows Live" clId="Web-{6333D375-AF9D-4F28-B8A2-7836C0D67A6C}"/>
    <pc:docChg chg="mod addSld delSld modSld sldOrd addMainMaster delMainMaster addSection modSection">
      <pc:chgData name="Vitalii Polovyi" userId="12f8f3dd1d9954fe" providerId="Windows Live" clId="Web-{6333D375-AF9D-4F28-B8A2-7836C0D67A6C}" dt="2025-09-12T00:08:17.193" v="2115" actId="20577"/>
      <pc:docMkLst>
        <pc:docMk/>
      </pc:docMkLst>
      <pc:sldChg chg="modSp mod modClrScheme chgLayout">
        <pc:chgData name="Vitalii Polovyi" userId="12f8f3dd1d9954fe" providerId="Windows Live" clId="Web-{6333D375-AF9D-4F28-B8A2-7836C0D67A6C}" dt="2025-09-11T20:10:41.754" v="41"/>
        <pc:sldMkLst>
          <pc:docMk/>
          <pc:sldMk cId="3930024240" sldId="256"/>
        </pc:sldMkLst>
        <pc:spChg chg="mod ord">
          <ac:chgData name="Vitalii Polovyi" userId="12f8f3dd1d9954fe" providerId="Windows Live" clId="Web-{6333D375-AF9D-4F28-B8A2-7836C0D67A6C}" dt="2025-09-11T20:10:41.754" v="41"/>
          <ac:spMkLst>
            <pc:docMk/>
            <pc:sldMk cId="3930024240" sldId="256"/>
            <ac:spMk id="2" creationId="{00000000-0000-0000-0000-000000000000}"/>
          </ac:spMkLst>
        </pc:spChg>
        <pc:spChg chg="mod ord">
          <ac:chgData name="Vitalii Polovyi" userId="12f8f3dd1d9954fe" providerId="Windows Live" clId="Web-{6333D375-AF9D-4F28-B8A2-7836C0D67A6C}" dt="2025-09-11T20:10:41.754" v="41"/>
          <ac:spMkLst>
            <pc:docMk/>
            <pc:sldMk cId="3930024240" sldId="256"/>
            <ac:spMk id="3" creationId="{00000000-0000-0000-0000-000000000000}"/>
          </ac:spMkLst>
        </pc:spChg>
      </pc:sldChg>
      <pc:sldChg chg="addSp delSp modSp new mod modClrScheme chgLayout">
        <pc:chgData name="Vitalii Polovyi" userId="12f8f3dd1d9954fe" providerId="Windows Live" clId="Web-{6333D375-AF9D-4F28-B8A2-7836C0D67A6C}" dt="2025-09-11T23:38:14.284" v="1954" actId="20577"/>
        <pc:sldMkLst>
          <pc:docMk/>
          <pc:sldMk cId="3834745448" sldId="257"/>
        </pc:sldMkLst>
        <pc:spChg chg="mod ord">
          <ac:chgData name="Vitalii Polovyi" userId="12f8f3dd1d9954fe" providerId="Windows Live" clId="Web-{6333D375-AF9D-4F28-B8A2-7836C0D67A6C}" dt="2025-09-11T20:12:48.974" v="51" actId="20577"/>
          <ac:spMkLst>
            <pc:docMk/>
            <pc:sldMk cId="3834745448" sldId="257"/>
            <ac:spMk id="2" creationId="{29A50369-DF47-E499-CE20-D00AEEBDFC78}"/>
          </ac:spMkLst>
        </pc:spChg>
        <pc:spChg chg="add mod">
          <ac:chgData name="Vitalii Polovyi" userId="12f8f3dd1d9954fe" providerId="Windows Live" clId="Web-{6333D375-AF9D-4F28-B8A2-7836C0D67A6C}" dt="2025-09-11T23:38:14.284" v="1954" actId="20577"/>
          <ac:spMkLst>
            <pc:docMk/>
            <pc:sldMk cId="3834745448" sldId="257"/>
            <ac:spMk id="5" creationId="{1F1543A6-AB2B-6C1B-42F1-B03D7D06B36B}"/>
          </ac:spMkLst>
        </pc:spChg>
        <pc:picChg chg="add mod ord">
          <ac:chgData name="Vitalii Polovyi" userId="12f8f3dd1d9954fe" providerId="Windows Live" clId="Web-{6333D375-AF9D-4F28-B8A2-7836C0D67A6C}" dt="2025-09-11T23:36:48.986" v="1942" actId="1076"/>
          <ac:picMkLst>
            <pc:docMk/>
            <pc:sldMk cId="3834745448" sldId="257"/>
            <ac:picMk id="4" creationId="{B0926840-AF76-5383-8F03-ADF51754F4C2}"/>
          </ac:picMkLst>
        </pc:picChg>
      </pc:sldChg>
      <pc:sldChg chg="modSp add replId">
        <pc:chgData name="Vitalii Polovyi" userId="12f8f3dd1d9954fe" providerId="Windows Live" clId="Web-{6333D375-AF9D-4F28-B8A2-7836C0D67A6C}" dt="2025-09-11T20:35:14.883" v="199" actId="20577"/>
        <pc:sldMkLst>
          <pc:docMk/>
          <pc:sldMk cId="2192919348" sldId="258"/>
        </pc:sldMkLst>
        <pc:spChg chg="mod">
          <ac:chgData name="Vitalii Polovyi" userId="12f8f3dd1d9954fe" providerId="Windows Live" clId="Web-{6333D375-AF9D-4F28-B8A2-7836C0D67A6C}" dt="2025-09-11T20:32:56.091" v="159" actId="20577"/>
          <ac:spMkLst>
            <pc:docMk/>
            <pc:sldMk cId="2192919348" sldId="258"/>
            <ac:spMk id="2" creationId="{8F050E9F-4927-063C-D213-7C9F94B93A71}"/>
          </ac:spMkLst>
        </pc:spChg>
        <pc:spChg chg="mod">
          <ac:chgData name="Vitalii Polovyi" userId="12f8f3dd1d9954fe" providerId="Windows Live" clId="Web-{6333D375-AF9D-4F28-B8A2-7836C0D67A6C}" dt="2025-09-11T20:35:14.883" v="199" actId="20577"/>
          <ac:spMkLst>
            <pc:docMk/>
            <pc:sldMk cId="2192919348" sldId="258"/>
            <ac:spMk id="3" creationId="{0134C4E9-0135-E644-E3DE-A2E768ABDACF}"/>
          </ac:spMkLst>
        </pc:spChg>
      </pc:sldChg>
      <pc:sldChg chg="modSp add replId">
        <pc:chgData name="Vitalii Polovyi" userId="12f8f3dd1d9954fe" providerId="Windows Live" clId="Web-{6333D375-AF9D-4F28-B8A2-7836C0D67A6C}" dt="2025-09-11T23:38:53.003" v="1959" actId="20577"/>
        <pc:sldMkLst>
          <pc:docMk/>
          <pc:sldMk cId="3996264485" sldId="259"/>
        </pc:sldMkLst>
        <pc:spChg chg="mod">
          <ac:chgData name="Vitalii Polovyi" userId="12f8f3dd1d9954fe" providerId="Windows Live" clId="Web-{6333D375-AF9D-4F28-B8A2-7836C0D67A6C}" dt="2025-09-11T23:38:53.003" v="1959" actId="20577"/>
          <ac:spMkLst>
            <pc:docMk/>
            <pc:sldMk cId="3996264485" sldId="259"/>
            <ac:spMk id="2" creationId="{376B4EEA-6D09-81DE-8FDC-7BD881B062D0}"/>
          </ac:spMkLst>
        </pc:spChg>
        <pc:spChg chg="mod">
          <ac:chgData name="Vitalii Polovyi" userId="12f8f3dd1d9954fe" providerId="Windows Live" clId="Web-{6333D375-AF9D-4F28-B8A2-7836C0D67A6C}" dt="2025-09-11T20:35:39.182" v="208" actId="20577"/>
          <ac:spMkLst>
            <pc:docMk/>
            <pc:sldMk cId="3996264485" sldId="259"/>
            <ac:spMk id="3" creationId="{5FADD76D-BCAD-4B50-0B6D-7D29343CE752}"/>
          </ac:spMkLst>
        </pc:spChg>
      </pc:sldChg>
      <pc:sldChg chg="modSp add replId">
        <pc:chgData name="Vitalii Polovyi" userId="12f8f3dd1d9954fe" providerId="Windows Live" clId="Web-{6333D375-AF9D-4F28-B8A2-7836C0D67A6C}" dt="2025-09-11T23:38:48.050" v="1956" actId="20577"/>
        <pc:sldMkLst>
          <pc:docMk/>
          <pc:sldMk cId="2291397854" sldId="260"/>
        </pc:sldMkLst>
        <pc:spChg chg="mod">
          <ac:chgData name="Vitalii Polovyi" userId="12f8f3dd1d9954fe" providerId="Windows Live" clId="Web-{6333D375-AF9D-4F28-B8A2-7836C0D67A6C}" dt="2025-09-11T23:38:48.050" v="1956" actId="20577"/>
          <ac:spMkLst>
            <pc:docMk/>
            <pc:sldMk cId="2291397854" sldId="260"/>
            <ac:spMk id="2" creationId="{2CD3A0AD-F5BD-D8A8-9EF3-EC681C142744}"/>
          </ac:spMkLst>
        </pc:spChg>
        <pc:spChg chg="mod">
          <ac:chgData name="Vitalii Polovyi" userId="12f8f3dd1d9954fe" providerId="Windows Live" clId="Web-{6333D375-AF9D-4F28-B8A2-7836C0D67A6C}" dt="2025-09-11T20:38:13.329" v="251" actId="20577"/>
          <ac:spMkLst>
            <pc:docMk/>
            <pc:sldMk cId="2291397854" sldId="260"/>
            <ac:spMk id="3" creationId="{C0EC73EE-42D9-C8D0-205C-7D4D96243270}"/>
          </ac:spMkLst>
        </pc:spChg>
      </pc:sldChg>
      <pc:sldChg chg="modSp add replId">
        <pc:chgData name="Vitalii Polovyi" userId="12f8f3dd1d9954fe" providerId="Windows Live" clId="Web-{6333D375-AF9D-4F28-B8A2-7836C0D67A6C}" dt="2025-09-11T23:38:56.722" v="1961" actId="20577"/>
        <pc:sldMkLst>
          <pc:docMk/>
          <pc:sldMk cId="1021472825" sldId="261"/>
        </pc:sldMkLst>
        <pc:spChg chg="mod">
          <ac:chgData name="Vitalii Polovyi" userId="12f8f3dd1d9954fe" providerId="Windows Live" clId="Web-{6333D375-AF9D-4F28-B8A2-7836C0D67A6C}" dt="2025-09-11T23:38:56.722" v="1961" actId="20577"/>
          <ac:spMkLst>
            <pc:docMk/>
            <pc:sldMk cId="1021472825" sldId="261"/>
            <ac:spMk id="2" creationId="{C030BF2D-A57B-3D24-BF70-2F37EF352F3E}"/>
          </ac:spMkLst>
        </pc:spChg>
        <pc:spChg chg="mod">
          <ac:chgData name="Vitalii Polovyi" userId="12f8f3dd1d9954fe" providerId="Windows Live" clId="Web-{6333D375-AF9D-4F28-B8A2-7836C0D67A6C}" dt="2025-09-11T20:59:49.285" v="528" actId="20577"/>
          <ac:spMkLst>
            <pc:docMk/>
            <pc:sldMk cId="1021472825" sldId="261"/>
            <ac:spMk id="3" creationId="{BA9E0655-3AD0-C459-DB4F-BC1BFF1A6218}"/>
          </ac:spMkLst>
        </pc:spChg>
      </pc:sldChg>
      <pc:sldChg chg="modSp add replId">
        <pc:chgData name="Vitalii Polovyi" userId="12f8f3dd1d9954fe" providerId="Windows Live" clId="Web-{6333D375-AF9D-4F28-B8A2-7836C0D67A6C}" dt="2025-09-11T20:45:26.433" v="384" actId="20577"/>
        <pc:sldMkLst>
          <pc:docMk/>
          <pc:sldMk cId="2331744875" sldId="262"/>
        </pc:sldMkLst>
        <pc:spChg chg="mod">
          <ac:chgData name="Vitalii Polovyi" userId="12f8f3dd1d9954fe" providerId="Windows Live" clId="Web-{6333D375-AF9D-4F28-B8A2-7836C0D67A6C}" dt="2025-09-11T20:41:43.866" v="274" actId="20577"/>
          <ac:spMkLst>
            <pc:docMk/>
            <pc:sldMk cId="2331744875" sldId="262"/>
            <ac:spMk id="2" creationId="{1A9E4818-35F8-536E-BCDA-3D1A34250625}"/>
          </ac:spMkLst>
        </pc:spChg>
        <pc:spChg chg="mod">
          <ac:chgData name="Vitalii Polovyi" userId="12f8f3dd1d9954fe" providerId="Windows Live" clId="Web-{6333D375-AF9D-4F28-B8A2-7836C0D67A6C}" dt="2025-09-11T20:45:26.433" v="384" actId="20577"/>
          <ac:spMkLst>
            <pc:docMk/>
            <pc:sldMk cId="2331744875" sldId="262"/>
            <ac:spMk id="3" creationId="{2B4F3F9B-E0F6-B35C-813F-0670B6B3CF65}"/>
          </ac:spMkLst>
        </pc:spChg>
      </pc:sldChg>
      <pc:sldChg chg="modSp add replId">
        <pc:chgData name="Vitalii Polovyi" userId="12f8f3dd1d9954fe" providerId="Windows Live" clId="Web-{6333D375-AF9D-4F28-B8A2-7836C0D67A6C}" dt="2025-09-11T20:53:38.133" v="472" actId="20577"/>
        <pc:sldMkLst>
          <pc:docMk/>
          <pc:sldMk cId="2761910720" sldId="263"/>
        </pc:sldMkLst>
        <pc:spChg chg="mod">
          <ac:chgData name="Vitalii Polovyi" userId="12f8f3dd1d9954fe" providerId="Windows Live" clId="Web-{6333D375-AF9D-4F28-B8A2-7836C0D67A6C}" dt="2025-09-11T20:46:02.589" v="398" actId="20577"/>
          <ac:spMkLst>
            <pc:docMk/>
            <pc:sldMk cId="2761910720" sldId="263"/>
            <ac:spMk id="2" creationId="{83F6B727-16D2-F941-14DC-6804943D4592}"/>
          </ac:spMkLst>
        </pc:spChg>
        <pc:spChg chg="mod">
          <ac:chgData name="Vitalii Polovyi" userId="12f8f3dd1d9954fe" providerId="Windows Live" clId="Web-{6333D375-AF9D-4F28-B8A2-7836C0D67A6C}" dt="2025-09-11T20:53:38.133" v="472" actId="20577"/>
          <ac:spMkLst>
            <pc:docMk/>
            <pc:sldMk cId="2761910720" sldId="263"/>
            <ac:spMk id="3" creationId="{61273AA8-802C-B298-F992-841527158E09}"/>
          </ac:spMkLst>
        </pc:spChg>
      </pc:sldChg>
      <pc:sldChg chg="modSp add replId">
        <pc:chgData name="Vitalii Polovyi" userId="12f8f3dd1d9954fe" providerId="Windows Live" clId="Web-{6333D375-AF9D-4F28-B8A2-7836C0D67A6C}" dt="2025-09-11T21:38:35.719" v="1155" actId="20577"/>
        <pc:sldMkLst>
          <pc:docMk/>
          <pc:sldMk cId="1679783420" sldId="264"/>
        </pc:sldMkLst>
        <pc:spChg chg="mod">
          <ac:chgData name="Vitalii Polovyi" userId="12f8f3dd1d9954fe" providerId="Windows Live" clId="Web-{6333D375-AF9D-4F28-B8A2-7836C0D67A6C}" dt="2025-09-11T20:47:18.246" v="413" actId="20577"/>
          <ac:spMkLst>
            <pc:docMk/>
            <pc:sldMk cId="1679783420" sldId="264"/>
            <ac:spMk id="2" creationId="{E4FB15CC-9675-72C9-B828-463525409AFD}"/>
          </ac:spMkLst>
        </pc:spChg>
        <pc:spChg chg="mod">
          <ac:chgData name="Vitalii Polovyi" userId="12f8f3dd1d9954fe" providerId="Windows Live" clId="Web-{6333D375-AF9D-4F28-B8A2-7836C0D67A6C}" dt="2025-09-11T21:38:35.719" v="1155" actId="20577"/>
          <ac:spMkLst>
            <pc:docMk/>
            <pc:sldMk cId="1679783420" sldId="264"/>
            <ac:spMk id="3" creationId="{0A771770-460C-9858-F6FB-B434006AB827}"/>
          </ac:spMkLst>
        </pc:spChg>
      </pc:sldChg>
      <pc:sldChg chg="modSp add replId">
        <pc:chgData name="Vitalii Polovyi" userId="12f8f3dd1d9954fe" providerId="Windows Live" clId="Web-{6333D375-AF9D-4F28-B8A2-7836C0D67A6C}" dt="2025-09-11T20:54:31.760" v="480" actId="20577"/>
        <pc:sldMkLst>
          <pc:docMk/>
          <pc:sldMk cId="679092223" sldId="265"/>
        </pc:sldMkLst>
        <pc:spChg chg="mod">
          <ac:chgData name="Vitalii Polovyi" userId="12f8f3dd1d9954fe" providerId="Windows Live" clId="Web-{6333D375-AF9D-4F28-B8A2-7836C0D67A6C}" dt="2025-09-11T20:51:51.517" v="454" actId="20577"/>
          <ac:spMkLst>
            <pc:docMk/>
            <pc:sldMk cId="679092223" sldId="265"/>
            <ac:spMk id="2" creationId="{AEA5F0F9-85B1-E829-483C-FC5CE80E4C2A}"/>
          </ac:spMkLst>
        </pc:spChg>
        <pc:spChg chg="mod">
          <ac:chgData name="Vitalii Polovyi" userId="12f8f3dd1d9954fe" providerId="Windows Live" clId="Web-{6333D375-AF9D-4F28-B8A2-7836C0D67A6C}" dt="2025-09-11T20:54:31.760" v="480" actId="20577"/>
          <ac:spMkLst>
            <pc:docMk/>
            <pc:sldMk cId="679092223" sldId="265"/>
            <ac:spMk id="3" creationId="{FA0A048F-A873-E000-D121-F87730341FBA}"/>
          </ac:spMkLst>
        </pc:spChg>
      </pc:sldChg>
      <pc:sldChg chg="modSp add del replId">
        <pc:chgData name="Vitalii Polovyi" userId="12f8f3dd1d9954fe" providerId="Windows Live" clId="Web-{6333D375-AF9D-4F28-B8A2-7836C0D67A6C}" dt="2025-09-11T23:39:35.960" v="1962" actId="20577"/>
        <pc:sldMkLst>
          <pc:docMk/>
          <pc:sldMk cId="3908075612" sldId="266"/>
        </pc:sldMkLst>
        <pc:spChg chg="mod">
          <ac:chgData name="Vitalii Polovyi" userId="12f8f3dd1d9954fe" providerId="Windows Live" clId="Web-{6333D375-AF9D-4F28-B8A2-7836C0D67A6C}" dt="2025-09-11T20:56:10.967" v="490" actId="20577"/>
          <ac:spMkLst>
            <pc:docMk/>
            <pc:sldMk cId="3908075612" sldId="266"/>
            <ac:spMk id="2" creationId="{333A98E5-4262-C3F3-D5A6-1861137D9D07}"/>
          </ac:spMkLst>
        </pc:spChg>
        <pc:spChg chg="mod">
          <ac:chgData name="Vitalii Polovyi" userId="12f8f3dd1d9954fe" providerId="Windows Live" clId="Web-{6333D375-AF9D-4F28-B8A2-7836C0D67A6C}" dt="2025-09-11T23:39:35.960" v="1962" actId="20577"/>
          <ac:spMkLst>
            <pc:docMk/>
            <pc:sldMk cId="3908075612" sldId="266"/>
            <ac:spMk id="3" creationId="{7DD38E94-860E-963E-EB69-46E7EB234DB8}"/>
          </ac:spMkLst>
        </pc:spChg>
      </pc:sldChg>
      <pc:sldChg chg="addSp delSp modSp new mod ord setBg modClrScheme delDesignElem chgLayout">
        <pc:chgData name="Vitalii Polovyi" userId="12f8f3dd1d9954fe" providerId="Windows Live" clId="Web-{6333D375-AF9D-4F28-B8A2-7836C0D67A6C}" dt="2025-09-11T21:07:35.350" v="552" actId="20577"/>
        <pc:sldMkLst>
          <pc:docMk/>
          <pc:sldMk cId="442385597" sldId="267"/>
        </pc:sldMkLst>
        <pc:spChg chg="mod ord">
          <ac:chgData name="Vitalii Polovyi" userId="12f8f3dd1d9954fe" providerId="Windows Live" clId="Web-{6333D375-AF9D-4F28-B8A2-7836C0D67A6C}" dt="2025-09-11T21:07:35.350" v="552" actId="20577"/>
          <ac:spMkLst>
            <pc:docMk/>
            <pc:sldMk cId="442385597" sldId="267"/>
            <ac:spMk id="2" creationId="{D680F2DA-90A4-7EFD-C59F-3C078519CC22}"/>
          </ac:spMkLst>
        </pc:spChg>
        <pc:spChg chg="mod ord">
          <ac:chgData name="Vitalii Polovyi" userId="12f8f3dd1d9954fe" providerId="Windows Live" clId="Web-{6333D375-AF9D-4F28-B8A2-7836C0D67A6C}" dt="2025-09-11T21:06:43.080" v="537"/>
          <ac:spMkLst>
            <pc:docMk/>
            <pc:sldMk cId="442385597" sldId="267"/>
            <ac:spMk id="3" creationId="{0AFFC5AE-A175-117F-9A7E-8FBDDCD28CE8}"/>
          </ac:spMkLst>
        </pc:spChg>
        <pc:spChg chg="add">
          <ac:chgData name="Vitalii Polovyi" userId="12f8f3dd1d9954fe" providerId="Windows Live" clId="Web-{6333D375-AF9D-4F28-B8A2-7836C0D67A6C}" dt="2025-09-11T21:06:43.080" v="537"/>
          <ac:spMkLst>
            <pc:docMk/>
            <pc:sldMk cId="442385597" sldId="267"/>
            <ac:spMk id="5" creationId="{52C0B2E1-0268-42EC-ABD3-94F81A05BCBD}"/>
          </ac:spMkLst>
        </pc:spChg>
        <pc:spChg chg="add">
          <ac:chgData name="Vitalii Polovyi" userId="12f8f3dd1d9954fe" providerId="Windows Live" clId="Web-{6333D375-AF9D-4F28-B8A2-7836C0D67A6C}" dt="2025-09-11T21:06:43.080" v="537"/>
          <ac:spMkLst>
            <pc:docMk/>
            <pc:sldMk cId="442385597" sldId="267"/>
            <ac:spMk id="6" creationId="{7D2256B4-48EA-40FC-BBC0-AA1EE6E0080C}"/>
          </ac:spMkLst>
        </pc:spChg>
        <pc:spChg chg="add">
          <ac:chgData name="Vitalii Polovyi" userId="12f8f3dd1d9954fe" providerId="Windows Live" clId="Web-{6333D375-AF9D-4F28-B8A2-7836C0D67A6C}" dt="2025-09-11T21:06:43.080" v="537"/>
          <ac:spMkLst>
            <pc:docMk/>
            <pc:sldMk cId="442385597" sldId="267"/>
            <ac:spMk id="14" creationId="{FBDCECDC-EEE3-4128-AA5E-82A8C08796E8}"/>
          </ac:spMkLst>
        </pc:spChg>
        <pc:spChg chg="add">
          <ac:chgData name="Vitalii Polovyi" userId="12f8f3dd1d9954fe" providerId="Windows Live" clId="Web-{6333D375-AF9D-4F28-B8A2-7836C0D67A6C}" dt="2025-09-11T21:06:43.080" v="537"/>
          <ac:spMkLst>
            <pc:docMk/>
            <pc:sldMk cId="442385597" sldId="267"/>
            <ac:spMk id="16" creationId="{4260EDE0-989C-4E16-AF94-F652294D828E}"/>
          </ac:spMkLst>
        </pc:spChg>
        <pc:spChg chg="add">
          <ac:chgData name="Vitalii Polovyi" userId="12f8f3dd1d9954fe" providerId="Windows Live" clId="Web-{6333D375-AF9D-4F28-B8A2-7836C0D67A6C}" dt="2025-09-11T21:06:43.080" v="537"/>
          <ac:spMkLst>
            <pc:docMk/>
            <pc:sldMk cId="442385597" sldId="267"/>
            <ac:spMk id="18" creationId="{1F3985C0-E548-44D2-B30E-F3E42DADE133}"/>
          </ac:spMkLst>
        </pc:spChg>
        <pc:cxnChg chg="add">
          <ac:chgData name="Vitalii Polovyi" userId="12f8f3dd1d9954fe" providerId="Windows Live" clId="Web-{6333D375-AF9D-4F28-B8A2-7836C0D67A6C}" dt="2025-09-11T21:06:43.080" v="537"/>
          <ac:cxnSpMkLst>
            <pc:docMk/>
            <pc:sldMk cId="442385597" sldId="267"/>
            <ac:cxnSpMk id="7" creationId="{3D44BCCA-102D-4A9D-B1E4-2450CAF0B05E}"/>
          </ac:cxnSpMkLst>
        </pc:cxnChg>
      </pc:sldChg>
      <pc:sldChg chg="addSp delSp modSp new mod setBg">
        <pc:chgData name="Vitalii Polovyi" userId="12f8f3dd1d9954fe" providerId="Windows Live" clId="Web-{6333D375-AF9D-4F28-B8A2-7836C0D67A6C}" dt="2025-09-11T21:07:25.100" v="549" actId="20577"/>
        <pc:sldMkLst>
          <pc:docMk/>
          <pc:sldMk cId="506067703" sldId="268"/>
        </pc:sldMkLst>
        <pc:spChg chg="mod">
          <ac:chgData name="Vitalii Polovyi" userId="12f8f3dd1d9954fe" providerId="Windows Live" clId="Web-{6333D375-AF9D-4F28-B8A2-7836C0D67A6C}" dt="2025-09-11T21:07:25.100" v="549" actId="20577"/>
          <ac:spMkLst>
            <pc:docMk/>
            <pc:sldMk cId="506067703" sldId="268"/>
            <ac:spMk id="2" creationId="{E4C9BD34-6661-E0D9-AC5C-5C45858E2A06}"/>
          </ac:spMkLst>
        </pc:spChg>
        <pc:spChg chg="add">
          <ac:chgData name="Vitalii Polovyi" userId="12f8f3dd1d9954fe" providerId="Windows Live" clId="Web-{6333D375-AF9D-4F28-B8A2-7836C0D67A6C}" dt="2025-09-11T21:07:11.426" v="540"/>
          <ac:spMkLst>
            <pc:docMk/>
            <pc:sldMk cId="506067703" sldId="268"/>
            <ac:spMk id="8" creationId="{52C0B2E1-0268-42EC-ABD3-94F81A05BCBD}"/>
          </ac:spMkLst>
        </pc:spChg>
        <pc:spChg chg="add">
          <ac:chgData name="Vitalii Polovyi" userId="12f8f3dd1d9954fe" providerId="Windows Live" clId="Web-{6333D375-AF9D-4F28-B8A2-7836C0D67A6C}" dt="2025-09-11T21:07:11.426" v="540"/>
          <ac:spMkLst>
            <pc:docMk/>
            <pc:sldMk cId="506067703" sldId="268"/>
            <ac:spMk id="10" creationId="{7D2256B4-48EA-40FC-BBC0-AA1EE6E0080C}"/>
          </ac:spMkLst>
        </pc:spChg>
        <pc:spChg chg="add">
          <ac:chgData name="Vitalii Polovyi" userId="12f8f3dd1d9954fe" providerId="Windows Live" clId="Web-{6333D375-AF9D-4F28-B8A2-7836C0D67A6C}" dt="2025-09-11T21:07:11.426" v="540"/>
          <ac:spMkLst>
            <pc:docMk/>
            <pc:sldMk cId="506067703" sldId="268"/>
            <ac:spMk id="14" creationId="{FBDCECDC-EEE3-4128-AA5E-82A8C08796E8}"/>
          </ac:spMkLst>
        </pc:spChg>
        <pc:spChg chg="add">
          <ac:chgData name="Vitalii Polovyi" userId="12f8f3dd1d9954fe" providerId="Windows Live" clId="Web-{6333D375-AF9D-4F28-B8A2-7836C0D67A6C}" dt="2025-09-11T21:07:11.426" v="540"/>
          <ac:spMkLst>
            <pc:docMk/>
            <pc:sldMk cId="506067703" sldId="268"/>
            <ac:spMk id="16" creationId="{4260EDE0-989C-4E16-AF94-F652294D828E}"/>
          </ac:spMkLst>
        </pc:spChg>
        <pc:spChg chg="add">
          <ac:chgData name="Vitalii Polovyi" userId="12f8f3dd1d9954fe" providerId="Windows Live" clId="Web-{6333D375-AF9D-4F28-B8A2-7836C0D67A6C}" dt="2025-09-11T21:07:11.426" v="540"/>
          <ac:spMkLst>
            <pc:docMk/>
            <pc:sldMk cId="506067703" sldId="268"/>
            <ac:spMk id="18" creationId="{1F3985C0-E548-44D2-B30E-F3E42DADE133}"/>
          </ac:spMkLst>
        </pc:spChg>
        <pc:cxnChg chg="add">
          <ac:chgData name="Vitalii Polovyi" userId="12f8f3dd1d9954fe" providerId="Windows Live" clId="Web-{6333D375-AF9D-4F28-B8A2-7836C0D67A6C}" dt="2025-09-11T21:07:11.426" v="540"/>
          <ac:cxnSpMkLst>
            <pc:docMk/>
            <pc:sldMk cId="506067703" sldId="268"/>
            <ac:cxnSpMk id="12" creationId="{3D44BCCA-102D-4A9D-B1E4-2450CAF0B05E}"/>
          </ac:cxnSpMkLst>
        </pc:cxnChg>
      </pc:sldChg>
      <pc:sldChg chg="modSp add ord replId">
        <pc:chgData name="Vitalii Polovyi" userId="12f8f3dd1d9954fe" providerId="Windows Live" clId="Web-{6333D375-AF9D-4F28-B8A2-7836C0D67A6C}" dt="2025-09-11T21:14:10.479" v="615" actId="20577"/>
        <pc:sldMkLst>
          <pc:docMk/>
          <pc:sldMk cId="2291323266" sldId="269"/>
        </pc:sldMkLst>
        <pc:spChg chg="mod">
          <ac:chgData name="Vitalii Polovyi" userId="12f8f3dd1d9954fe" providerId="Windows Live" clId="Web-{6333D375-AF9D-4F28-B8A2-7836C0D67A6C}" dt="2025-09-11T21:14:10.479" v="615" actId="20577"/>
          <ac:spMkLst>
            <pc:docMk/>
            <pc:sldMk cId="2291323266" sldId="269"/>
            <ac:spMk id="2" creationId="{4E7ED981-333C-1C40-12B0-1A019CA3C8BB}"/>
          </ac:spMkLst>
        </pc:spChg>
        <pc:spChg chg="mod">
          <ac:chgData name="Vitalii Polovyi" userId="12f8f3dd1d9954fe" providerId="Windows Live" clId="Web-{6333D375-AF9D-4F28-B8A2-7836C0D67A6C}" dt="2025-09-11T21:11:32.224" v="577" actId="20577"/>
          <ac:spMkLst>
            <pc:docMk/>
            <pc:sldMk cId="2291323266" sldId="269"/>
            <ac:spMk id="3" creationId="{CEBD0E17-4333-8335-1066-B1E4607F2F54}"/>
          </ac:spMkLst>
        </pc:spChg>
      </pc:sldChg>
      <pc:sldChg chg="modSp add replId">
        <pc:chgData name="Vitalii Polovyi" userId="12f8f3dd1d9954fe" providerId="Windows Live" clId="Web-{6333D375-AF9D-4F28-B8A2-7836C0D67A6C}" dt="2025-09-11T21:18:37.191" v="659" actId="20577"/>
        <pc:sldMkLst>
          <pc:docMk/>
          <pc:sldMk cId="3522081866" sldId="270"/>
        </pc:sldMkLst>
        <pc:spChg chg="mod">
          <ac:chgData name="Vitalii Polovyi" userId="12f8f3dd1d9954fe" providerId="Windows Live" clId="Web-{6333D375-AF9D-4F28-B8A2-7836C0D67A6C}" dt="2025-09-11T21:14:15.776" v="617" actId="20577"/>
          <ac:spMkLst>
            <pc:docMk/>
            <pc:sldMk cId="3522081866" sldId="270"/>
            <ac:spMk id="2" creationId="{DFE4DEAE-55BC-8801-4735-F7BF7B3531AB}"/>
          </ac:spMkLst>
        </pc:spChg>
        <pc:spChg chg="mod">
          <ac:chgData name="Vitalii Polovyi" userId="12f8f3dd1d9954fe" providerId="Windows Live" clId="Web-{6333D375-AF9D-4F28-B8A2-7836C0D67A6C}" dt="2025-09-11T21:18:37.191" v="659" actId="20577"/>
          <ac:spMkLst>
            <pc:docMk/>
            <pc:sldMk cId="3522081866" sldId="270"/>
            <ac:spMk id="3" creationId="{D525AF31-C43B-D943-BF94-54090D32D00B}"/>
          </ac:spMkLst>
        </pc:spChg>
      </pc:sldChg>
      <pc:sldChg chg="modSp add replId">
        <pc:chgData name="Vitalii Polovyi" userId="12f8f3dd1d9954fe" providerId="Windows Live" clId="Web-{6333D375-AF9D-4F28-B8A2-7836C0D67A6C}" dt="2025-09-11T21:22:27.085" v="686" actId="20577"/>
        <pc:sldMkLst>
          <pc:docMk/>
          <pc:sldMk cId="4083259935" sldId="271"/>
        </pc:sldMkLst>
        <pc:spChg chg="mod">
          <ac:chgData name="Vitalii Polovyi" userId="12f8f3dd1d9954fe" providerId="Windows Live" clId="Web-{6333D375-AF9D-4F28-B8A2-7836C0D67A6C}" dt="2025-09-11T21:19:03.644" v="667" actId="20577"/>
          <ac:spMkLst>
            <pc:docMk/>
            <pc:sldMk cId="4083259935" sldId="271"/>
            <ac:spMk id="2" creationId="{E3280013-1FB1-7390-A23B-7E33151A55BF}"/>
          </ac:spMkLst>
        </pc:spChg>
        <pc:spChg chg="mod">
          <ac:chgData name="Vitalii Polovyi" userId="12f8f3dd1d9954fe" providerId="Windows Live" clId="Web-{6333D375-AF9D-4F28-B8A2-7836C0D67A6C}" dt="2025-09-11T21:22:27.085" v="686" actId="20577"/>
          <ac:spMkLst>
            <pc:docMk/>
            <pc:sldMk cId="4083259935" sldId="271"/>
            <ac:spMk id="3" creationId="{21B4A0C0-6B3F-1FF9-74C1-D077EB27B8FB}"/>
          </ac:spMkLst>
        </pc:spChg>
      </pc:sldChg>
      <pc:sldChg chg="modSp add replId">
        <pc:chgData name="Vitalii Polovyi" userId="12f8f3dd1d9954fe" providerId="Windows Live" clId="Web-{6333D375-AF9D-4F28-B8A2-7836C0D67A6C}" dt="2025-09-11T22:15:57.381" v="1498" actId="20577"/>
        <pc:sldMkLst>
          <pc:docMk/>
          <pc:sldMk cId="792034987" sldId="272"/>
        </pc:sldMkLst>
        <pc:spChg chg="mod">
          <ac:chgData name="Vitalii Polovyi" userId="12f8f3dd1d9954fe" providerId="Windows Live" clId="Web-{6333D375-AF9D-4F28-B8A2-7836C0D67A6C}" dt="2025-09-11T21:23:31.717" v="706" actId="20577"/>
          <ac:spMkLst>
            <pc:docMk/>
            <pc:sldMk cId="792034987" sldId="272"/>
            <ac:spMk id="2" creationId="{4A51542F-3CF5-FE42-2653-1BE552897899}"/>
          </ac:spMkLst>
        </pc:spChg>
        <pc:spChg chg="mod">
          <ac:chgData name="Vitalii Polovyi" userId="12f8f3dd1d9954fe" providerId="Windows Live" clId="Web-{6333D375-AF9D-4F28-B8A2-7836C0D67A6C}" dt="2025-09-11T22:15:57.381" v="1498" actId="20577"/>
          <ac:spMkLst>
            <pc:docMk/>
            <pc:sldMk cId="792034987" sldId="272"/>
            <ac:spMk id="3" creationId="{DB34FC0F-C7A4-746B-F4E3-615F1BEBF490}"/>
          </ac:spMkLst>
        </pc:spChg>
      </pc:sldChg>
      <pc:sldChg chg="modSp add replId">
        <pc:chgData name="Vitalii Polovyi" userId="12f8f3dd1d9954fe" providerId="Windows Live" clId="Web-{6333D375-AF9D-4F28-B8A2-7836C0D67A6C}" dt="2025-09-11T21:33:19.402" v="780" actId="20577"/>
        <pc:sldMkLst>
          <pc:docMk/>
          <pc:sldMk cId="3910785670" sldId="273"/>
        </pc:sldMkLst>
        <pc:spChg chg="mod">
          <ac:chgData name="Vitalii Polovyi" userId="12f8f3dd1d9954fe" providerId="Windows Live" clId="Web-{6333D375-AF9D-4F28-B8A2-7836C0D67A6C}" dt="2025-09-11T21:33:19.402" v="780" actId="20577"/>
          <ac:spMkLst>
            <pc:docMk/>
            <pc:sldMk cId="3910785670" sldId="273"/>
            <ac:spMk id="3" creationId="{83017178-0B68-7DFB-BB6F-09CE743D801E}"/>
          </ac:spMkLst>
        </pc:spChg>
      </pc:sldChg>
      <pc:sldChg chg="addSp delSp modSp add replId">
        <pc:chgData name="Vitalii Polovyi" userId="12f8f3dd1d9954fe" providerId="Windows Live" clId="Web-{6333D375-AF9D-4F28-B8A2-7836C0D67A6C}" dt="2025-09-11T23:40:46.702" v="1969"/>
        <pc:sldMkLst>
          <pc:docMk/>
          <pc:sldMk cId="1448693094" sldId="274"/>
        </pc:sldMkLst>
        <pc:graphicFrameChg chg="add mod ord modGraphic">
          <ac:chgData name="Vitalii Polovyi" userId="12f8f3dd1d9954fe" providerId="Windows Live" clId="Web-{6333D375-AF9D-4F28-B8A2-7836C0D67A6C}" dt="2025-09-11T23:40:46.702" v="1969"/>
          <ac:graphicFrameMkLst>
            <pc:docMk/>
            <pc:sldMk cId="1448693094" sldId="274"/>
            <ac:graphicFrameMk id="4" creationId="{E9912805-0FB3-41D1-66EE-CA5265301EA6}"/>
          </ac:graphicFrameMkLst>
        </pc:graphicFrameChg>
      </pc:sldChg>
      <pc:sldChg chg="modSp add ord replId">
        <pc:chgData name="Vitalii Polovyi" userId="12f8f3dd1d9954fe" providerId="Windows Live" clId="Web-{6333D375-AF9D-4F28-B8A2-7836C0D67A6C}" dt="2025-09-11T22:18:27.172" v="1597" actId="20577"/>
        <pc:sldMkLst>
          <pc:docMk/>
          <pc:sldMk cId="2280342595" sldId="275"/>
        </pc:sldMkLst>
        <pc:spChg chg="mod">
          <ac:chgData name="Vitalii Polovyi" userId="12f8f3dd1d9954fe" providerId="Windows Live" clId="Web-{6333D375-AF9D-4F28-B8A2-7836C0D67A6C}" dt="2025-09-11T22:18:27.172" v="1597" actId="20577"/>
          <ac:spMkLst>
            <pc:docMk/>
            <pc:sldMk cId="2280342595" sldId="275"/>
            <ac:spMk id="3" creationId="{732C5775-2B2F-DA6C-D5C0-34CFFB40995B}"/>
          </ac:spMkLst>
        </pc:spChg>
      </pc:sldChg>
      <pc:sldChg chg="modSp add replId">
        <pc:chgData name="Vitalii Polovyi" userId="12f8f3dd1d9954fe" providerId="Windows Live" clId="Web-{6333D375-AF9D-4F28-B8A2-7836C0D67A6C}" dt="2025-09-11T22:03:28.714" v="1453" actId="20577"/>
        <pc:sldMkLst>
          <pc:docMk/>
          <pc:sldMk cId="1852449792" sldId="276"/>
        </pc:sldMkLst>
        <pc:spChg chg="mod">
          <ac:chgData name="Vitalii Polovyi" userId="12f8f3dd1d9954fe" providerId="Windows Live" clId="Web-{6333D375-AF9D-4F28-B8A2-7836C0D67A6C}" dt="2025-09-11T22:03:28.714" v="1453" actId="20577"/>
          <ac:spMkLst>
            <pc:docMk/>
            <pc:sldMk cId="1852449792" sldId="276"/>
            <ac:spMk id="3" creationId="{30AA8CB9-B9EE-C09A-E537-BE2BAA604D03}"/>
          </ac:spMkLst>
        </pc:spChg>
      </pc:sldChg>
      <pc:sldChg chg="modSp add replId">
        <pc:chgData name="Vitalii Polovyi" userId="12f8f3dd1d9954fe" providerId="Windows Live" clId="Web-{6333D375-AF9D-4F28-B8A2-7836C0D67A6C}" dt="2025-09-11T22:05:17.764" v="1470" actId="20577"/>
        <pc:sldMkLst>
          <pc:docMk/>
          <pc:sldMk cId="158642939" sldId="277"/>
        </pc:sldMkLst>
        <pc:spChg chg="mod">
          <ac:chgData name="Vitalii Polovyi" userId="12f8f3dd1d9954fe" providerId="Windows Live" clId="Web-{6333D375-AF9D-4F28-B8A2-7836C0D67A6C}" dt="2025-09-11T22:05:17.764" v="1470" actId="20577"/>
          <ac:spMkLst>
            <pc:docMk/>
            <pc:sldMk cId="158642939" sldId="277"/>
            <ac:spMk id="3" creationId="{4415C3F1-AC3A-2614-5756-3B36FE0C4A0C}"/>
          </ac:spMkLst>
        </pc:spChg>
      </pc:sldChg>
      <pc:sldChg chg="modSp add replId">
        <pc:chgData name="Vitalii Polovyi" userId="12f8f3dd1d9954fe" providerId="Windows Live" clId="Web-{6333D375-AF9D-4F28-B8A2-7836C0D67A6C}" dt="2025-09-11T22:28:20.126" v="1621" actId="20577"/>
        <pc:sldMkLst>
          <pc:docMk/>
          <pc:sldMk cId="3348479594" sldId="278"/>
        </pc:sldMkLst>
        <pc:spChg chg="mod">
          <ac:chgData name="Vitalii Polovyi" userId="12f8f3dd1d9954fe" providerId="Windows Live" clId="Web-{6333D375-AF9D-4F28-B8A2-7836C0D67A6C}" dt="2025-09-11T22:19:54.082" v="1607" actId="20577"/>
          <ac:spMkLst>
            <pc:docMk/>
            <pc:sldMk cId="3348479594" sldId="278"/>
            <ac:spMk id="2" creationId="{3A0F7E9A-9CDD-0C9E-8228-4B41AE5FCE4F}"/>
          </ac:spMkLst>
        </pc:spChg>
        <pc:spChg chg="mod">
          <ac:chgData name="Vitalii Polovyi" userId="12f8f3dd1d9954fe" providerId="Windows Live" clId="Web-{6333D375-AF9D-4F28-B8A2-7836C0D67A6C}" dt="2025-09-11T22:28:20.126" v="1621" actId="20577"/>
          <ac:spMkLst>
            <pc:docMk/>
            <pc:sldMk cId="3348479594" sldId="278"/>
            <ac:spMk id="3" creationId="{165F3581-21A2-1C95-8131-257E35919F2F}"/>
          </ac:spMkLst>
        </pc:spChg>
      </pc:sldChg>
      <pc:sldChg chg="modSp add ord replId">
        <pc:chgData name="Vitalii Polovyi" userId="12f8f3dd1d9954fe" providerId="Windows Live" clId="Web-{6333D375-AF9D-4F28-B8A2-7836C0D67A6C}" dt="2025-09-11T22:35:30.527" v="1667"/>
        <pc:sldMkLst>
          <pc:docMk/>
          <pc:sldMk cId="566799516" sldId="279"/>
        </pc:sldMkLst>
        <pc:spChg chg="mod">
          <ac:chgData name="Vitalii Polovyi" userId="12f8f3dd1d9954fe" providerId="Windows Live" clId="Web-{6333D375-AF9D-4F28-B8A2-7836C0D67A6C}" dt="2025-09-11T22:30:34.112" v="1651" actId="20577"/>
          <ac:spMkLst>
            <pc:docMk/>
            <pc:sldMk cId="566799516" sldId="279"/>
            <ac:spMk id="3" creationId="{5BD6A9DB-0B37-6502-9A57-E773E8E818E0}"/>
          </ac:spMkLst>
        </pc:spChg>
      </pc:sldChg>
      <pc:sldChg chg="addSp delSp modSp add replId">
        <pc:chgData name="Vitalii Polovyi" userId="12f8f3dd1d9954fe" providerId="Windows Live" clId="Web-{6333D375-AF9D-4F28-B8A2-7836C0D67A6C}" dt="2025-09-11T22:43:39.996" v="1735" actId="20577"/>
        <pc:sldMkLst>
          <pc:docMk/>
          <pc:sldMk cId="1867600932" sldId="280"/>
        </pc:sldMkLst>
        <pc:spChg chg="mod">
          <ac:chgData name="Vitalii Polovyi" userId="12f8f3dd1d9954fe" providerId="Windows Live" clId="Web-{6333D375-AF9D-4F28-B8A2-7836C0D67A6C}" dt="2025-09-11T22:30:56.958" v="1660" actId="20577"/>
          <ac:spMkLst>
            <pc:docMk/>
            <pc:sldMk cId="1867600932" sldId="280"/>
            <ac:spMk id="2" creationId="{DED06721-5D84-F431-3238-C062A547701A}"/>
          </ac:spMkLst>
        </pc:spChg>
        <pc:spChg chg="add del mod">
          <ac:chgData name="Vitalii Polovyi" userId="12f8f3dd1d9954fe" providerId="Windows Live" clId="Web-{6333D375-AF9D-4F28-B8A2-7836C0D67A6C}" dt="2025-09-11T22:43:39.996" v="1735" actId="20577"/>
          <ac:spMkLst>
            <pc:docMk/>
            <pc:sldMk cId="1867600932" sldId="280"/>
            <ac:spMk id="3" creationId="{1DEDAA79-E8A7-FD78-B58A-D65B3016E239}"/>
          </ac:spMkLst>
        </pc:spChg>
      </pc:sldChg>
      <pc:sldChg chg="addSp delSp modSp add replId">
        <pc:chgData name="Vitalii Polovyi" userId="12f8f3dd1d9954fe" providerId="Windows Live" clId="Web-{6333D375-AF9D-4F28-B8A2-7836C0D67A6C}" dt="2025-09-11T22:34:43.399" v="1665"/>
        <pc:sldMkLst>
          <pc:docMk/>
          <pc:sldMk cId="3371242047" sldId="281"/>
        </pc:sldMkLst>
        <pc:picChg chg="add mod ord">
          <ac:chgData name="Vitalii Polovyi" userId="12f8f3dd1d9954fe" providerId="Windows Live" clId="Web-{6333D375-AF9D-4F28-B8A2-7836C0D67A6C}" dt="2025-09-11T22:34:43.399" v="1665"/>
          <ac:picMkLst>
            <pc:docMk/>
            <pc:sldMk cId="3371242047" sldId="281"/>
            <ac:picMk id="4" creationId="{A97EED28-BDE2-AF20-1A67-655CB7D57C34}"/>
          </ac:picMkLst>
        </pc:picChg>
      </pc:sldChg>
      <pc:sldChg chg="modSp add del ord replId">
        <pc:chgData name="Vitalii Polovyi" userId="12f8f3dd1d9954fe" providerId="Windows Live" clId="Web-{6333D375-AF9D-4F28-B8A2-7836C0D67A6C}" dt="2025-09-11T22:52:24.383" v="1766"/>
        <pc:sldMkLst>
          <pc:docMk/>
          <pc:sldMk cId="3967605972" sldId="282"/>
        </pc:sldMkLst>
      </pc:sldChg>
      <pc:sldChg chg="modSp add del replId">
        <pc:chgData name="Vitalii Polovyi" userId="12f8f3dd1d9954fe" providerId="Windows Live" clId="Web-{6333D375-AF9D-4F28-B8A2-7836C0D67A6C}" dt="2025-09-11T22:53:06.715" v="1774"/>
        <pc:sldMkLst>
          <pc:docMk/>
          <pc:sldMk cId="2194706113" sldId="283"/>
        </pc:sldMkLst>
      </pc:sldChg>
      <pc:sldChg chg="modSp add ord replId">
        <pc:chgData name="Vitalii Polovyi" userId="12f8f3dd1d9954fe" providerId="Windows Live" clId="Web-{6333D375-AF9D-4F28-B8A2-7836C0D67A6C}" dt="2025-09-11T22:52:43.261" v="1772" actId="20577"/>
        <pc:sldMkLst>
          <pc:docMk/>
          <pc:sldMk cId="3187097915" sldId="284"/>
        </pc:sldMkLst>
        <pc:spChg chg="mod">
          <ac:chgData name="Vitalii Polovyi" userId="12f8f3dd1d9954fe" providerId="Windows Live" clId="Web-{6333D375-AF9D-4F28-B8A2-7836C0D67A6C}" dt="2025-09-11T22:52:43.261" v="1772" actId="20577"/>
          <ac:spMkLst>
            <pc:docMk/>
            <pc:sldMk cId="3187097915" sldId="284"/>
            <ac:spMk id="3" creationId="{B82B541C-BD89-9748-36A5-17C2601D1247}"/>
          </ac:spMkLst>
        </pc:spChg>
      </pc:sldChg>
      <pc:sldChg chg="modSp add replId">
        <pc:chgData name="Vitalii Polovyi" userId="12f8f3dd1d9954fe" providerId="Windows Live" clId="Web-{6333D375-AF9D-4F28-B8A2-7836C0D67A6C}" dt="2025-09-11T23:07:36.470" v="1832" actId="20577"/>
        <pc:sldMkLst>
          <pc:docMk/>
          <pc:sldMk cId="3462220619" sldId="285"/>
        </pc:sldMkLst>
        <pc:spChg chg="mod">
          <ac:chgData name="Vitalii Polovyi" userId="12f8f3dd1d9954fe" providerId="Windows Live" clId="Web-{6333D375-AF9D-4F28-B8A2-7836C0D67A6C}" dt="2025-09-11T23:04:28.282" v="1808" actId="20577"/>
          <ac:spMkLst>
            <pc:docMk/>
            <pc:sldMk cId="3462220619" sldId="285"/>
            <ac:spMk id="2" creationId="{4FEFD7BF-CA72-2E22-DF0C-FE972C497AF8}"/>
          </ac:spMkLst>
        </pc:spChg>
        <pc:spChg chg="mod">
          <ac:chgData name="Vitalii Polovyi" userId="12f8f3dd1d9954fe" providerId="Windows Live" clId="Web-{6333D375-AF9D-4F28-B8A2-7836C0D67A6C}" dt="2025-09-11T23:07:36.470" v="1832" actId="20577"/>
          <ac:spMkLst>
            <pc:docMk/>
            <pc:sldMk cId="3462220619" sldId="285"/>
            <ac:spMk id="3" creationId="{A5EE58A5-EE2C-AB59-FBC1-1C82851B5FD7}"/>
          </ac:spMkLst>
        </pc:spChg>
      </pc:sldChg>
      <pc:sldChg chg="addSp delSp modSp add replId">
        <pc:chgData name="Vitalii Polovyi" userId="12f8f3dd1d9954fe" providerId="Windows Live" clId="Web-{6333D375-AF9D-4F28-B8A2-7836C0D67A6C}" dt="2025-09-11T23:12:59.641" v="1861" actId="1076"/>
        <pc:sldMkLst>
          <pc:docMk/>
          <pc:sldMk cId="2280810726" sldId="286"/>
        </pc:sldMkLst>
        <pc:spChg chg="add del mod">
          <ac:chgData name="Vitalii Polovyi" userId="12f8f3dd1d9954fe" providerId="Windows Live" clId="Web-{6333D375-AF9D-4F28-B8A2-7836C0D67A6C}" dt="2025-09-11T23:11:39.201" v="1847"/>
          <ac:spMkLst>
            <pc:docMk/>
            <pc:sldMk cId="2280810726" sldId="286"/>
            <ac:spMk id="5" creationId="{2F584920-1A11-0FF3-727C-81FFC8C8ACB0}"/>
          </ac:spMkLst>
        </pc:spChg>
        <pc:spChg chg="add mod">
          <ac:chgData name="Vitalii Polovyi" userId="12f8f3dd1d9954fe" providerId="Windows Live" clId="Web-{6333D375-AF9D-4F28-B8A2-7836C0D67A6C}" dt="2025-09-11T23:12:59.641" v="1861" actId="1076"/>
          <ac:spMkLst>
            <pc:docMk/>
            <pc:sldMk cId="2280810726" sldId="286"/>
            <ac:spMk id="7" creationId="{1B64A95B-23E3-14C7-09CD-1285F34F12F9}"/>
          </ac:spMkLst>
        </pc:spChg>
        <pc:picChg chg="add mod ord">
          <ac:chgData name="Vitalii Polovyi" userId="12f8f3dd1d9954fe" providerId="Windows Live" clId="Web-{6333D375-AF9D-4F28-B8A2-7836C0D67A6C}" dt="2025-09-11T23:11:00.637" v="1835"/>
          <ac:picMkLst>
            <pc:docMk/>
            <pc:sldMk cId="2280810726" sldId="286"/>
            <ac:picMk id="4" creationId="{AFD560D2-84CD-4EFC-66E4-8BAF7A199CAB}"/>
          </ac:picMkLst>
        </pc:picChg>
      </pc:sldChg>
      <pc:sldChg chg="add ord replId">
        <pc:chgData name="Vitalii Polovyi" userId="12f8f3dd1d9954fe" providerId="Windows Live" clId="Web-{6333D375-AF9D-4F28-B8A2-7836C0D67A6C}" dt="2025-09-11T23:13:36.517" v="1863"/>
        <pc:sldMkLst>
          <pc:docMk/>
          <pc:sldMk cId="330084850" sldId="287"/>
        </pc:sldMkLst>
      </pc:sldChg>
      <pc:sldChg chg="modSp add replId">
        <pc:chgData name="Vitalii Polovyi" userId="12f8f3dd1d9954fe" providerId="Windows Live" clId="Web-{6333D375-AF9D-4F28-B8A2-7836C0D67A6C}" dt="2025-09-11T23:25:25.504" v="1909" actId="20577"/>
        <pc:sldMkLst>
          <pc:docMk/>
          <pc:sldMk cId="358588206" sldId="288"/>
        </pc:sldMkLst>
        <pc:spChg chg="mod">
          <ac:chgData name="Vitalii Polovyi" userId="12f8f3dd1d9954fe" providerId="Windows Live" clId="Web-{6333D375-AF9D-4F28-B8A2-7836C0D67A6C}" dt="2025-09-11T23:25:25.504" v="1909" actId="20577"/>
          <ac:spMkLst>
            <pc:docMk/>
            <pc:sldMk cId="358588206" sldId="288"/>
            <ac:spMk id="3" creationId="{3C4C45F2-F084-DE60-BAE1-440BAB5C5EF3}"/>
          </ac:spMkLst>
        </pc:spChg>
      </pc:sldChg>
      <pc:sldChg chg="modSp add replId">
        <pc:chgData name="Vitalii Polovyi" userId="12f8f3dd1d9954fe" providerId="Windows Live" clId="Web-{6333D375-AF9D-4F28-B8A2-7836C0D67A6C}" dt="2025-09-12T00:05:18.077" v="2072" actId="20577"/>
        <pc:sldMkLst>
          <pc:docMk/>
          <pc:sldMk cId="1363489699" sldId="289"/>
        </pc:sldMkLst>
        <pc:spChg chg="mod">
          <ac:chgData name="Vitalii Polovyi" userId="12f8f3dd1d9954fe" providerId="Windows Live" clId="Web-{6333D375-AF9D-4F28-B8A2-7836C0D67A6C}" dt="2025-09-11T23:42:13.178" v="1971" actId="20577"/>
          <ac:spMkLst>
            <pc:docMk/>
            <pc:sldMk cId="1363489699" sldId="289"/>
            <ac:spMk id="2" creationId="{4C7FBDB6-DFCC-DE38-70CC-7DA20F882FEB}"/>
          </ac:spMkLst>
        </pc:spChg>
        <pc:spChg chg="mod">
          <ac:chgData name="Vitalii Polovyi" userId="12f8f3dd1d9954fe" providerId="Windows Live" clId="Web-{6333D375-AF9D-4F28-B8A2-7836C0D67A6C}" dt="2025-09-12T00:05:18.077" v="2072" actId="20577"/>
          <ac:spMkLst>
            <pc:docMk/>
            <pc:sldMk cId="1363489699" sldId="289"/>
            <ac:spMk id="3" creationId="{037AFC25-EBF5-FA6D-3992-7811901F1720}"/>
          </ac:spMkLst>
        </pc:spChg>
      </pc:sldChg>
      <pc:sldChg chg="add ord replId">
        <pc:chgData name="Vitalii Polovyi" userId="12f8f3dd1d9954fe" providerId="Windows Live" clId="Web-{6333D375-AF9D-4F28-B8A2-7836C0D67A6C}" dt="2025-09-11T23:49:54.259" v="1993"/>
        <pc:sldMkLst>
          <pc:docMk/>
          <pc:sldMk cId="3765225449" sldId="290"/>
        </pc:sldMkLst>
      </pc:sldChg>
      <pc:sldChg chg="add replId">
        <pc:chgData name="Vitalii Polovyi" userId="12f8f3dd1d9954fe" providerId="Windows Live" clId="Web-{6333D375-AF9D-4F28-B8A2-7836C0D67A6C}" dt="2025-09-11T23:32:33.183" v="1932"/>
        <pc:sldMkLst>
          <pc:docMk/>
          <pc:sldMk cId="2823508513" sldId="291"/>
        </pc:sldMkLst>
      </pc:sldChg>
      <pc:sldChg chg="modSp add replId">
        <pc:chgData name="Vitalii Polovyi" userId="12f8f3dd1d9954fe" providerId="Windows Live" clId="Web-{6333D375-AF9D-4F28-B8A2-7836C0D67A6C}" dt="2025-09-11T23:58:06.427" v="2022" actId="20577"/>
        <pc:sldMkLst>
          <pc:docMk/>
          <pc:sldMk cId="2797139539" sldId="292"/>
        </pc:sldMkLst>
        <pc:spChg chg="mod">
          <ac:chgData name="Vitalii Polovyi" userId="12f8f3dd1d9954fe" providerId="Windows Live" clId="Web-{6333D375-AF9D-4F28-B8A2-7836C0D67A6C}" dt="2025-09-11T23:58:06.427" v="2022" actId="20577"/>
          <ac:spMkLst>
            <pc:docMk/>
            <pc:sldMk cId="2797139539" sldId="292"/>
            <ac:spMk id="3" creationId="{BCC0BF71-4C79-284F-44EA-D0F92B6684F3}"/>
          </ac:spMkLst>
        </pc:spChg>
      </pc:sldChg>
      <pc:sldChg chg="modSp add del replId">
        <pc:chgData name="Vitalii Polovyi" userId="12f8f3dd1d9954fe" providerId="Windows Live" clId="Web-{6333D375-AF9D-4F28-B8A2-7836C0D67A6C}" dt="2025-09-12T00:02:57.795" v="2062"/>
        <pc:sldMkLst>
          <pc:docMk/>
          <pc:sldMk cId="3705991375" sldId="293"/>
        </pc:sldMkLst>
      </pc:sldChg>
      <pc:sldChg chg="addSp modSp add ord replId">
        <pc:chgData name="Vitalii Polovyi" userId="12f8f3dd1d9954fe" providerId="Windows Live" clId="Web-{6333D375-AF9D-4F28-B8A2-7836C0D67A6C}" dt="2025-09-12T00:04:28.373" v="2071" actId="20577"/>
        <pc:sldMkLst>
          <pc:docMk/>
          <pc:sldMk cId="509334602" sldId="294"/>
        </pc:sldMkLst>
        <pc:spChg chg="mod">
          <ac:chgData name="Vitalii Polovyi" userId="12f8f3dd1d9954fe" providerId="Windows Live" clId="Web-{6333D375-AF9D-4F28-B8A2-7836C0D67A6C}" dt="2025-09-12T00:04:28.373" v="2071" actId="20577"/>
          <ac:spMkLst>
            <pc:docMk/>
            <pc:sldMk cId="509334602" sldId="294"/>
            <ac:spMk id="3" creationId="{3A5E7CEA-5F6B-3353-4C0D-7AB05F32E216}"/>
          </ac:spMkLst>
        </pc:spChg>
        <pc:picChg chg="add mod">
          <ac:chgData name="Vitalii Polovyi" userId="12f8f3dd1d9954fe" providerId="Windows Live" clId="Web-{6333D375-AF9D-4F28-B8A2-7836C0D67A6C}" dt="2025-09-12T00:04:19.216" v="2070"/>
          <ac:picMkLst>
            <pc:docMk/>
            <pc:sldMk cId="509334602" sldId="294"/>
            <ac:picMk id="4" creationId="{5D27DD2A-1203-9835-F1C6-D6B063C0DB44}"/>
          </ac:picMkLst>
        </pc:picChg>
      </pc:sldChg>
      <pc:sldChg chg="modSp add replId">
        <pc:chgData name="Vitalii Polovyi" userId="12f8f3dd1d9954fe" providerId="Windows Live" clId="Web-{6333D375-AF9D-4F28-B8A2-7836C0D67A6C}" dt="2025-09-12T00:08:17.193" v="2115" actId="20577"/>
        <pc:sldMkLst>
          <pc:docMk/>
          <pc:sldMk cId="1251946777" sldId="295"/>
        </pc:sldMkLst>
        <pc:spChg chg="mod">
          <ac:chgData name="Vitalii Polovyi" userId="12f8f3dd1d9954fe" providerId="Windows Live" clId="Web-{6333D375-AF9D-4F28-B8A2-7836C0D67A6C}" dt="2025-09-12T00:06:16.186" v="2081" actId="20577"/>
          <ac:spMkLst>
            <pc:docMk/>
            <pc:sldMk cId="1251946777" sldId="295"/>
            <ac:spMk id="2" creationId="{FEF379DE-188C-F067-4893-63D93FA0BD46}"/>
          </ac:spMkLst>
        </pc:spChg>
        <pc:spChg chg="mod">
          <ac:chgData name="Vitalii Polovyi" userId="12f8f3dd1d9954fe" providerId="Windows Live" clId="Web-{6333D375-AF9D-4F28-B8A2-7836C0D67A6C}" dt="2025-09-12T00:08:17.193" v="2115" actId="20577"/>
          <ac:spMkLst>
            <pc:docMk/>
            <pc:sldMk cId="1251946777" sldId="295"/>
            <ac:spMk id="3" creationId="{95EA35F5-8F9A-0C08-DA6F-3A3C283E9433}"/>
          </ac:spMkLst>
        </pc:spChg>
      </pc:sldChg>
      <pc:sldMasterChg chg="del delSldLayout">
        <pc:chgData name="Vitalii Polovyi" userId="12f8f3dd1d9954fe" providerId="Windows Live" clId="Web-{6333D375-AF9D-4F28-B8A2-7836C0D67A6C}" dt="2025-09-11T20:09:01.143" v="1"/>
        <pc:sldMasterMkLst>
          <pc:docMk/>
          <pc:sldMasterMk cId="2088296" sldId="2147483648"/>
        </pc:sldMasterMkLst>
        <pc:sldLayoutChg chg="del">
          <pc:chgData name="Vitalii Polovyi" userId="12f8f3dd1d9954fe" providerId="Windows Live" clId="Web-{6333D375-AF9D-4F28-B8A2-7836C0D67A6C}" dt="2025-09-11T20:09:01.143" v="1"/>
          <pc:sldLayoutMkLst>
            <pc:docMk/>
            <pc:sldMasterMk cId="2088296" sldId="2147483648"/>
            <pc:sldLayoutMk cId="45309699" sldId="2147483649"/>
          </pc:sldLayoutMkLst>
        </pc:sldLayoutChg>
        <pc:sldLayoutChg chg="del">
          <pc:chgData name="Vitalii Polovyi" userId="12f8f3dd1d9954fe" providerId="Windows Live" clId="Web-{6333D375-AF9D-4F28-B8A2-7836C0D67A6C}" dt="2025-09-11T20:09:01.143" v="1"/>
          <pc:sldLayoutMkLst>
            <pc:docMk/>
            <pc:sldMasterMk cId="2088296" sldId="2147483648"/>
            <pc:sldLayoutMk cId="3997034343" sldId="2147483650"/>
          </pc:sldLayoutMkLst>
        </pc:sldLayoutChg>
        <pc:sldLayoutChg chg="del">
          <pc:chgData name="Vitalii Polovyi" userId="12f8f3dd1d9954fe" providerId="Windows Live" clId="Web-{6333D375-AF9D-4F28-B8A2-7836C0D67A6C}" dt="2025-09-11T20:09:01.143" v="1"/>
          <pc:sldLayoutMkLst>
            <pc:docMk/>
            <pc:sldMasterMk cId="2088296" sldId="2147483648"/>
            <pc:sldLayoutMk cId="4001798402" sldId="2147483651"/>
          </pc:sldLayoutMkLst>
        </pc:sldLayoutChg>
        <pc:sldLayoutChg chg="del">
          <pc:chgData name="Vitalii Polovyi" userId="12f8f3dd1d9954fe" providerId="Windows Live" clId="Web-{6333D375-AF9D-4F28-B8A2-7836C0D67A6C}" dt="2025-09-11T20:09:01.143" v="1"/>
          <pc:sldLayoutMkLst>
            <pc:docMk/>
            <pc:sldMasterMk cId="2088296" sldId="2147483648"/>
            <pc:sldLayoutMk cId="983087615" sldId="2147483652"/>
          </pc:sldLayoutMkLst>
        </pc:sldLayoutChg>
        <pc:sldLayoutChg chg="del">
          <pc:chgData name="Vitalii Polovyi" userId="12f8f3dd1d9954fe" providerId="Windows Live" clId="Web-{6333D375-AF9D-4F28-B8A2-7836C0D67A6C}" dt="2025-09-11T20:09:01.143" v="1"/>
          <pc:sldLayoutMkLst>
            <pc:docMk/>
            <pc:sldMasterMk cId="2088296" sldId="2147483648"/>
            <pc:sldLayoutMk cId="3755882967" sldId="2147483653"/>
          </pc:sldLayoutMkLst>
        </pc:sldLayoutChg>
        <pc:sldLayoutChg chg="del">
          <pc:chgData name="Vitalii Polovyi" userId="12f8f3dd1d9954fe" providerId="Windows Live" clId="Web-{6333D375-AF9D-4F28-B8A2-7836C0D67A6C}" dt="2025-09-11T20:09:01.143" v="1"/>
          <pc:sldLayoutMkLst>
            <pc:docMk/>
            <pc:sldMasterMk cId="2088296" sldId="2147483648"/>
            <pc:sldLayoutMk cId="3391776401" sldId="2147483654"/>
          </pc:sldLayoutMkLst>
        </pc:sldLayoutChg>
        <pc:sldLayoutChg chg="del">
          <pc:chgData name="Vitalii Polovyi" userId="12f8f3dd1d9954fe" providerId="Windows Live" clId="Web-{6333D375-AF9D-4F28-B8A2-7836C0D67A6C}" dt="2025-09-11T20:09:01.143" v="1"/>
          <pc:sldLayoutMkLst>
            <pc:docMk/>
            <pc:sldMasterMk cId="2088296" sldId="2147483648"/>
            <pc:sldLayoutMk cId="2983607307" sldId="2147483655"/>
          </pc:sldLayoutMkLst>
        </pc:sldLayoutChg>
        <pc:sldLayoutChg chg="del">
          <pc:chgData name="Vitalii Polovyi" userId="12f8f3dd1d9954fe" providerId="Windows Live" clId="Web-{6333D375-AF9D-4F28-B8A2-7836C0D67A6C}" dt="2025-09-11T20:09:01.143" v="1"/>
          <pc:sldLayoutMkLst>
            <pc:docMk/>
            <pc:sldMasterMk cId="2088296" sldId="2147483648"/>
            <pc:sldLayoutMk cId="2050522111" sldId="2147483656"/>
          </pc:sldLayoutMkLst>
        </pc:sldLayoutChg>
        <pc:sldLayoutChg chg="del">
          <pc:chgData name="Vitalii Polovyi" userId="12f8f3dd1d9954fe" providerId="Windows Live" clId="Web-{6333D375-AF9D-4F28-B8A2-7836C0D67A6C}" dt="2025-09-11T20:09:01.143" v="1"/>
          <pc:sldLayoutMkLst>
            <pc:docMk/>
            <pc:sldMasterMk cId="2088296" sldId="2147483648"/>
            <pc:sldLayoutMk cId="2577304961" sldId="2147483657"/>
          </pc:sldLayoutMkLst>
        </pc:sldLayoutChg>
        <pc:sldLayoutChg chg="del">
          <pc:chgData name="Vitalii Polovyi" userId="12f8f3dd1d9954fe" providerId="Windows Live" clId="Web-{6333D375-AF9D-4F28-B8A2-7836C0D67A6C}" dt="2025-09-11T20:09:01.143" v="1"/>
          <pc:sldLayoutMkLst>
            <pc:docMk/>
            <pc:sldMasterMk cId="2088296" sldId="2147483648"/>
            <pc:sldLayoutMk cId="3408874242" sldId="2147483658"/>
          </pc:sldLayoutMkLst>
        </pc:sldLayoutChg>
        <pc:sldLayoutChg chg="del">
          <pc:chgData name="Vitalii Polovyi" userId="12f8f3dd1d9954fe" providerId="Windows Live" clId="Web-{6333D375-AF9D-4F28-B8A2-7836C0D67A6C}" dt="2025-09-11T20:09:01.143" v="1"/>
          <pc:sldLayoutMkLst>
            <pc:docMk/>
            <pc:sldMasterMk cId="2088296" sldId="2147483648"/>
            <pc:sldLayoutMk cId="1116257742" sldId="2147483659"/>
          </pc:sldLayoutMkLst>
        </pc:sldLayoutChg>
      </pc:sldMasterChg>
      <pc:sldMasterChg chg="add del addSldLayout delSldLayout modSldLayout">
        <pc:chgData name="Vitalii Polovyi" userId="12f8f3dd1d9954fe" providerId="Windows Live" clId="Web-{6333D375-AF9D-4F28-B8A2-7836C0D67A6C}" dt="2025-09-11T20:09:03.971" v="2"/>
        <pc:sldMasterMkLst>
          <pc:docMk/>
          <pc:sldMasterMk cId="3840996498" sldId="2147483660"/>
        </pc:sldMasterMkLst>
        <pc:sldLayoutChg chg="add del mod replId">
          <pc:chgData name="Vitalii Polovyi" userId="12f8f3dd1d9954fe" providerId="Windows Live" clId="Web-{6333D375-AF9D-4F28-B8A2-7836C0D67A6C}" dt="2025-09-11T20:09:03.971" v="2"/>
          <pc:sldLayoutMkLst>
            <pc:docMk/>
            <pc:sldMasterMk cId="3840996498" sldId="2147483660"/>
            <pc:sldLayoutMk cId="3077460927" sldId="2147483661"/>
          </pc:sldLayoutMkLst>
        </pc:sldLayoutChg>
        <pc:sldLayoutChg chg="add del mod replId">
          <pc:chgData name="Vitalii Polovyi" userId="12f8f3dd1d9954fe" providerId="Windows Live" clId="Web-{6333D375-AF9D-4F28-B8A2-7836C0D67A6C}" dt="2025-09-11T20:09:03.971" v="2"/>
          <pc:sldLayoutMkLst>
            <pc:docMk/>
            <pc:sldMasterMk cId="3840996498" sldId="2147483660"/>
            <pc:sldLayoutMk cId="2449465094" sldId="2147483662"/>
          </pc:sldLayoutMkLst>
        </pc:sldLayoutChg>
        <pc:sldLayoutChg chg="add del mod replId">
          <pc:chgData name="Vitalii Polovyi" userId="12f8f3dd1d9954fe" providerId="Windows Live" clId="Web-{6333D375-AF9D-4F28-B8A2-7836C0D67A6C}" dt="2025-09-11T20:09:03.971" v="2"/>
          <pc:sldLayoutMkLst>
            <pc:docMk/>
            <pc:sldMasterMk cId="3840996498" sldId="2147483660"/>
            <pc:sldLayoutMk cId="3435840032" sldId="2147483663"/>
          </pc:sldLayoutMkLst>
        </pc:sldLayoutChg>
        <pc:sldLayoutChg chg="add del mod replId">
          <pc:chgData name="Vitalii Polovyi" userId="12f8f3dd1d9954fe" providerId="Windows Live" clId="Web-{6333D375-AF9D-4F28-B8A2-7836C0D67A6C}" dt="2025-09-11T20:09:03.971" v="2"/>
          <pc:sldLayoutMkLst>
            <pc:docMk/>
            <pc:sldMasterMk cId="3840996498" sldId="2147483660"/>
            <pc:sldLayoutMk cId="1718789126" sldId="2147483664"/>
          </pc:sldLayoutMkLst>
        </pc:sldLayoutChg>
        <pc:sldLayoutChg chg="add del mod replId">
          <pc:chgData name="Vitalii Polovyi" userId="12f8f3dd1d9954fe" providerId="Windows Live" clId="Web-{6333D375-AF9D-4F28-B8A2-7836C0D67A6C}" dt="2025-09-11T20:09:03.971" v="2"/>
          <pc:sldLayoutMkLst>
            <pc:docMk/>
            <pc:sldMasterMk cId="3840996498" sldId="2147483660"/>
            <pc:sldLayoutMk cId="2286987269" sldId="2147483665"/>
          </pc:sldLayoutMkLst>
        </pc:sldLayoutChg>
        <pc:sldLayoutChg chg="add del mod replId">
          <pc:chgData name="Vitalii Polovyi" userId="12f8f3dd1d9954fe" providerId="Windows Live" clId="Web-{6333D375-AF9D-4F28-B8A2-7836C0D67A6C}" dt="2025-09-11T20:09:03.971" v="2"/>
          <pc:sldLayoutMkLst>
            <pc:docMk/>
            <pc:sldMasterMk cId="3840996498" sldId="2147483660"/>
            <pc:sldLayoutMk cId="3699945568" sldId="2147483666"/>
          </pc:sldLayoutMkLst>
        </pc:sldLayoutChg>
        <pc:sldLayoutChg chg="add del mod replId">
          <pc:chgData name="Vitalii Polovyi" userId="12f8f3dd1d9954fe" providerId="Windows Live" clId="Web-{6333D375-AF9D-4F28-B8A2-7836C0D67A6C}" dt="2025-09-11T20:09:03.971" v="2"/>
          <pc:sldLayoutMkLst>
            <pc:docMk/>
            <pc:sldMasterMk cId="3840996498" sldId="2147483660"/>
            <pc:sldLayoutMk cId="1588902749" sldId="2147483667"/>
          </pc:sldLayoutMkLst>
        </pc:sldLayoutChg>
        <pc:sldLayoutChg chg="add del mod replId">
          <pc:chgData name="Vitalii Polovyi" userId="12f8f3dd1d9954fe" providerId="Windows Live" clId="Web-{6333D375-AF9D-4F28-B8A2-7836C0D67A6C}" dt="2025-09-11T20:09:03.971" v="2"/>
          <pc:sldLayoutMkLst>
            <pc:docMk/>
            <pc:sldMasterMk cId="3840996498" sldId="2147483660"/>
            <pc:sldLayoutMk cId="2241290396" sldId="2147483668"/>
          </pc:sldLayoutMkLst>
        </pc:sldLayoutChg>
        <pc:sldLayoutChg chg="add del mod replId">
          <pc:chgData name="Vitalii Polovyi" userId="12f8f3dd1d9954fe" providerId="Windows Live" clId="Web-{6333D375-AF9D-4F28-B8A2-7836C0D67A6C}" dt="2025-09-11T20:09:03.971" v="2"/>
          <pc:sldLayoutMkLst>
            <pc:docMk/>
            <pc:sldMasterMk cId="3840996498" sldId="2147483660"/>
            <pc:sldLayoutMk cId="2267921597" sldId="2147483669"/>
          </pc:sldLayoutMkLst>
        </pc:sldLayoutChg>
        <pc:sldLayoutChg chg="add del mod replId">
          <pc:chgData name="Vitalii Polovyi" userId="12f8f3dd1d9954fe" providerId="Windows Live" clId="Web-{6333D375-AF9D-4F28-B8A2-7836C0D67A6C}" dt="2025-09-11T20:09:03.971" v="2"/>
          <pc:sldLayoutMkLst>
            <pc:docMk/>
            <pc:sldMasterMk cId="3840996498" sldId="2147483660"/>
            <pc:sldLayoutMk cId="3502677922" sldId="2147483670"/>
          </pc:sldLayoutMkLst>
        </pc:sldLayoutChg>
        <pc:sldLayoutChg chg="add del mod replId">
          <pc:chgData name="Vitalii Polovyi" userId="12f8f3dd1d9954fe" providerId="Windows Live" clId="Web-{6333D375-AF9D-4F28-B8A2-7836C0D67A6C}" dt="2025-09-11T20:09:03.971" v="2"/>
          <pc:sldLayoutMkLst>
            <pc:docMk/>
            <pc:sldMasterMk cId="3840996498" sldId="2147483660"/>
            <pc:sldLayoutMk cId="1373216322" sldId="2147483671"/>
          </pc:sldLayoutMkLst>
        </pc:sldLayoutChg>
      </pc:sldMasterChg>
      <pc:sldMasterChg chg="add del addSldLayout delSldLayout modSldLayout">
        <pc:chgData name="Vitalii Polovyi" userId="12f8f3dd1d9954fe" providerId="Windows Live" clId="Web-{6333D375-AF9D-4F28-B8A2-7836C0D67A6C}" dt="2025-09-11T20:09:19.268" v="3"/>
        <pc:sldMasterMkLst>
          <pc:docMk/>
          <pc:sldMasterMk cId="2113826924" sldId="2147483672"/>
        </pc:sldMasterMkLst>
        <pc:sldLayoutChg chg="add del mod replId">
          <pc:chgData name="Vitalii Polovyi" userId="12f8f3dd1d9954fe" providerId="Windows Live" clId="Web-{6333D375-AF9D-4F28-B8A2-7836C0D67A6C}" dt="2025-09-11T20:09:19.268" v="3"/>
          <pc:sldLayoutMkLst>
            <pc:docMk/>
            <pc:sldMasterMk cId="2113826924" sldId="2147483672"/>
            <pc:sldLayoutMk cId="3068866213" sldId="2147483673"/>
          </pc:sldLayoutMkLst>
        </pc:sldLayoutChg>
        <pc:sldLayoutChg chg="add del mod replId">
          <pc:chgData name="Vitalii Polovyi" userId="12f8f3dd1d9954fe" providerId="Windows Live" clId="Web-{6333D375-AF9D-4F28-B8A2-7836C0D67A6C}" dt="2025-09-11T20:09:19.268" v="3"/>
          <pc:sldLayoutMkLst>
            <pc:docMk/>
            <pc:sldMasterMk cId="2113826924" sldId="2147483672"/>
            <pc:sldLayoutMk cId="2624672248" sldId="2147483674"/>
          </pc:sldLayoutMkLst>
        </pc:sldLayoutChg>
        <pc:sldLayoutChg chg="add del mod replId">
          <pc:chgData name="Vitalii Polovyi" userId="12f8f3dd1d9954fe" providerId="Windows Live" clId="Web-{6333D375-AF9D-4F28-B8A2-7836C0D67A6C}" dt="2025-09-11T20:09:19.268" v="3"/>
          <pc:sldLayoutMkLst>
            <pc:docMk/>
            <pc:sldMasterMk cId="2113826924" sldId="2147483672"/>
            <pc:sldLayoutMk cId="3577022936" sldId="2147483675"/>
          </pc:sldLayoutMkLst>
        </pc:sldLayoutChg>
        <pc:sldLayoutChg chg="add del mod replId">
          <pc:chgData name="Vitalii Polovyi" userId="12f8f3dd1d9954fe" providerId="Windows Live" clId="Web-{6333D375-AF9D-4F28-B8A2-7836C0D67A6C}" dt="2025-09-11T20:09:19.268" v="3"/>
          <pc:sldLayoutMkLst>
            <pc:docMk/>
            <pc:sldMasterMk cId="2113826924" sldId="2147483672"/>
            <pc:sldLayoutMk cId="2233224000" sldId="2147483676"/>
          </pc:sldLayoutMkLst>
        </pc:sldLayoutChg>
        <pc:sldLayoutChg chg="add del mod replId">
          <pc:chgData name="Vitalii Polovyi" userId="12f8f3dd1d9954fe" providerId="Windows Live" clId="Web-{6333D375-AF9D-4F28-B8A2-7836C0D67A6C}" dt="2025-09-11T20:09:19.268" v="3"/>
          <pc:sldLayoutMkLst>
            <pc:docMk/>
            <pc:sldMasterMk cId="2113826924" sldId="2147483672"/>
            <pc:sldLayoutMk cId="2416048592" sldId="2147483677"/>
          </pc:sldLayoutMkLst>
        </pc:sldLayoutChg>
        <pc:sldLayoutChg chg="add del mod replId">
          <pc:chgData name="Vitalii Polovyi" userId="12f8f3dd1d9954fe" providerId="Windows Live" clId="Web-{6333D375-AF9D-4F28-B8A2-7836C0D67A6C}" dt="2025-09-11T20:09:19.268" v="3"/>
          <pc:sldLayoutMkLst>
            <pc:docMk/>
            <pc:sldMasterMk cId="2113826924" sldId="2147483672"/>
            <pc:sldLayoutMk cId="2161760813" sldId="2147483678"/>
          </pc:sldLayoutMkLst>
        </pc:sldLayoutChg>
        <pc:sldLayoutChg chg="add del mod replId">
          <pc:chgData name="Vitalii Polovyi" userId="12f8f3dd1d9954fe" providerId="Windows Live" clId="Web-{6333D375-AF9D-4F28-B8A2-7836C0D67A6C}" dt="2025-09-11T20:09:19.268" v="3"/>
          <pc:sldLayoutMkLst>
            <pc:docMk/>
            <pc:sldMasterMk cId="2113826924" sldId="2147483672"/>
            <pc:sldLayoutMk cId="2814347962" sldId="2147483679"/>
          </pc:sldLayoutMkLst>
        </pc:sldLayoutChg>
        <pc:sldLayoutChg chg="add del mod replId">
          <pc:chgData name="Vitalii Polovyi" userId="12f8f3dd1d9954fe" providerId="Windows Live" clId="Web-{6333D375-AF9D-4F28-B8A2-7836C0D67A6C}" dt="2025-09-11T20:09:19.268" v="3"/>
          <pc:sldLayoutMkLst>
            <pc:docMk/>
            <pc:sldMasterMk cId="2113826924" sldId="2147483672"/>
            <pc:sldLayoutMk cId="3216823203" sldId="2147483680"/>
          </pc:sldLayoutMkLst>
        </pc:sldLayoutChg>
        <pc:sldLayoutChg chg="add del mod replId">
          <pc:chgData name="Vitalii Polovyi" userId="12f8f3dd1d9954fe" providerId="Windows Live" clId="Web-{6333D375-AF9D-4F28-B8A2-7836C0D67A6C}" dt="2025-09-11T20:09:19.268" v="3"/>
          <pc:sldLayoutMkLst>
            <pc:docMk/>
            <pc:sldMasterMk cId="2113826924" sldId="2147483672"/>
            <pc:sldLayoutMk cId="2294773146" sldId="2147483681"/>
          </pc:sldLayoutMkLst>
        </pc:sldLayoutChg>
        <pc:sldLayoutChg chg="add del mod replId">
          <pc:chgData name="Vitalii Polovyi" userId="12f8f3dd1d9954fe" providerId="Windows Live" clId="Web-{6333D375-AF9D-4F28-B8A2-7836C0D67A6C}" dt="2025-09-11T20:09:19.268" v="3"/>
          <pc:sldLayoutMkLst>
            <pc:docMk/>
            <pc:sldMasterMk cId="2113826924" sldId="2147483672"/>
            <pc:sldLayoutMk cId="2535612373" sldId="2147483682"/>
          </pc:sldLayoutMkLst>
        </pc:sldLayoutChg>
        <pc:sldLayoutChg chg="add del mod replId">
          <pc:chgData name="Vitalii Polovyi" userId="12f8f3dd1d9954fe" providerId="Windows Live" clId="Web-{6333D375-AF9D-4F28-B8A2-7836C0D67A6C}" dt="2025-09-11T20:09:19.268" v="3"/>
          <pc:sldLayoutMkLst>
            <pc:docMk/>
            <pc:sldMasterMk cId="2113826924" sldId="2147483672"/>
            <pc:sldLayoutMk cId="3321205927" sldId="2147483683"/>
          </pc:sldLayoutMkLst>
        </pc:sldLayoutChg>
      </pc:sldMasterChg>
      <pc:sldMasterChg chg="add del addSldLayout delSldLayout modSldLayout">
        <pc:chgData name="Vitalii Polovyi" userId="12f8f3dd1d9954fe" providerId="Windows Live" clId="Web-{6333D375-AF9D-4F28-B8A2-7836C0D67A6C}" dt="2025-09-11T20:09:25.284" v="4"/>
        <pc:sldMasterMkLst>
          <pc:docMk/>
          <pc:sldMasterMk cId="370113242" sldId="2147483684"/>
        </pc:sldMasterMkLst>
        <pc:sldLayoutChg chg="add del mod replId">
          <pc:chgData name="Vitalii Polovyi" userId="12f8f3dd1d9954fe" providerId="Windows Live" clId="Web-{6333D375-AF9D-4F28-B8A2-7836C0D67A6C}" dt="2025-09-11T20:09:25.284" v="4"/>
          <pc:sldLayoutMkLst>
            <pc:docMk/>
            <pc:sldMasterMk cId="370113242" sldId="2147483684"/>
            <pc:sldLayoutMk cId="27545957" sldId="2147483685"/>
          </pc:sldLayoutMkLst>
        </pc:sldLayoutChg>
        <pc:sldLayoutChg chg="add del mod replId">
          <pc:chgData name="Vitalii Polovyi" userId="12f8f3dd1d9954fe" providerId="Windows Live" clId="Web-{6333D375-AF9D-4F28-B8A2-7836C0D67A6C}" dt="2025-09-11T20:09:25.284" v="4"/>
          <pc:sldLayoutMkLst>
            <pc:docMk/>
            <pc:sldMasterMk cId="370113242" sldId="2147483684"/>
            <pc:sldLayoutMk cId="4019395935" sldId="2147483686"/>
          </pc:sldLayoutMkLst>
        </pc:sldLayoutChg>
        <pc:sldLayoutChg chg="add del mod replId">
          <pc:chgData name="Vitalii Polovyi" userId="12f8f3dd1d9954fe" providerId="Windows Live" clId="Web-{6333D375-AF9D-4F28-B8A2-7836C0D67A6C}" dt="2025-09-11T20:09:25.284" v="4"/>
          <pc:sldLayoutMkLst>
            <pc:docMk/>
            <pc:sldMasterMk cId="370113242" sldId="2147483684"/>
            <pc:sldLayoutMk cId="2352327685" sldId="2147483687"/>
          </pc:sldLayoutMkLst>
        </pc:sldLayoutChg>
        <pc:sldLayoutChg chg="add del mod replId">
          <pc:chgData name="Vitalii Polovyi" userId="12f8f3dd1d9954fe" providerId="Windows Live" clId="Web-{6333D375-AF9D-4F28-B8A2-7836C0D67A6C}" dt="2025-09-11T20:09:25.284" v="4"/>
          <pc:sldLayoutMkLst>
            <pc:docMk/>
            <pc:sldMasterMk cId="370113242" sldId="2147483684"/>
            <pc:sldLayoutMk cId="3958118512" sldId="2147483688"/>
          </pc:sldLayoutMkLst>
        </pc:sldLayoutChg>
        <pc:sldLayoutChg chg="add del mod replId">
          <pc:chgData name="Vitalii Polovyi" userId="12f8f3dd1d9954fe" providerId="Windows Live" clId="Web-{6333D375-AF9D-4F28-B8A2-7836C0D67A6C}" dt="2025-09-11T20:09:25.284" v="4"/>
          <pc:sldLayoutMkLst>
            <pc:docMk/>
            <pc:sldMasterMk cId="370113242" sldId="2147483684"/>
            <pc:sldLayoutMk cId="3193511822" sldId="2147483689"/>
          </pc:sldLayoutMkLst>
        </pc:sldLayoutChg>
        <pc:sldLayoutChg chg="add del mod replId">
          <pc:chgData name="Vitalii Polovyi" userId="12f8f3dd1d9954fe" providerId="Windows Live" clId="Web-{6333D375-AF9D-4F28-B8A2-7836C0D67A6C}" dt="2025-09-11T20:09:25.284" v="4"/>
          <pc:sldLayoutMkLst>
            <pc:docMk/>
            <pc:sldMasterMk cId="370113242" sldId="2147483684"/>
            <pc:sldLayoutMk cId="364463540" sldId="2147483690"/>
          </pc:sldLayoutMkLst>
        </pc:sldLayoutChg>
        <pc:sldLayoutChg chg="add del mod replId">
          <pc:chgData name="Vitalii Polovyi" userId="12f8f3dd1d9954fe" providerId="Windows Live" clId="Web-{6333D375-AF9D-4F28-B8A2-7836C0D67A6C}" dt="2025-09-11T20:09:25.284" v="4"/>
          <pc:sldLayoutMkLst>
            <pc:docMk/>
            <pc:sldMasterMk cId="370113242" sldId="2147483684"/>
            <pc:sldLayoutMk cId="2400418" sldId="2147483691"/>
          </pc:sldLayoutMkLst>
        </pc:sldLayoutChg>
        <pc:sldLayoutChg chg="add del mod replId">
          <pc:chgData name="Vitalii Polovyi" userId="12f8f3dd1d9954fe" providerId="Windows Live" clId="Web-{6333D375-AF9D-4F28-B8A2-7836C0D67A6C}" dt="2025-09-11T20:09:25.284" v="4"/>
          <pc:sldLayoutMkLst>
            <pc:docMk/>
            <pc:sldMasterMk cId="370113242" sldId="2147483684"/>
            <pc:sldLayoutMk cId="2886688975" sldId="2147483692"/>
          </pc:sldLayoutMkLst>
        </pc:sldLayoutChg>
        <pc:sldLayoutChg chg="add del mod replId">
          <pc:chgData name="Vitalii Polovyi" userId="12f8f3dd1d9954fe" providerId="Windows Live" clId="Web-{6333D375-AF9D-4F28-B8A2-7836C0D67A6C}" dt="2025-09-11T20:09:25.284" v="4"/>
          <pc:sldLayoutMkLst>
            <pc:docMk/>
            <pc:sldMasterMk cId="370113242" sldId="2147483684"/>
            <pc:sldLayoutMk cId="106289062" sldId="2147483693"/>
          </pc:sldLayoutMkLst>
        </pc:sldLayoutChg>
        <pc:sldLayoutChg chg="add del mod replId">
          <pc:chgData name="Vitalii Polovyi" userId="12f8f3dd1d9954fe" providerId="Windows Live" clId="Web-{6333D375-AF9D-4F28-B8A2-7836C0D67A6C}" dt="2025-09-11T20:09:25.284" v="4"/>
          <pc:sldLayoutMkLst>
            <pc:docMk/>
            <pc:sldMasterMk cId="370113242" sldId="2147483684"/>
            <pc:sldLayoutMk cId="2870373060" sldId="2147483694"/>
          </pc:sldLayoutMkLst>
        </pc:sldLayoutChg>
        <pc:sldLayoutChg chg="add del mod replId">
          <pc:chgData name="Vitalii Polovyi" userId="12f8f3dd1d9954fe" providerId="Windows Live" clId="Web-{6333D375-AF9D-4F28-B8A2-7836C0D67A6C}" dt="2025-09-11T20:09:25.284" v="4"/>
          <pc:sldLayoutMkLst>
            <pc:docMk/>
            <pc:sldMasterMk cId="370113242" sldId="2147483684"/>
            <pc:sldLayoutMk cId="2081820789" sldId="2147483695"/>
          </pc:sldLayoutMkLst>
        </pc:sldLayoutChg>
      </pc:sldMasterChg>
      <pc:sldMasterChg chg="add del addSldLayout delSldLayout modSldLayout">
        <pc:chgData name="Vitalii Polovyi" userId="12f8f3dd1d9954fe" providerId="Windows Live" clId="Web-{6333D375-AF9D-4F28-B8A2-7836C0D67A6C}" dt="2025-09-11T20:09:27.097" v="5"/>
        <pc:sldMasterMkLst>
          <pc:docMk/>
          <pc:sldMasterMk cId="935181925" sldId="2147483696"/>
        </pc:sldMasterMkLst>
        <pc:sldLayoutChg chg="add del mod replId">
          <pc:chgData name="Vitalii Polovyi" userId="12f8f3dd1d9954fe" providerId="Windows Live" clId="Web-{6333D375-AF9D-4F28-B8A2-7836C0D67A6C}" dt="2025-09-11T20:09:27.097" v="5"/>
          <pc:sldLayoutMkLst>
            <pc:docMk/>
            <pc:sldMasterMk cId="935181925" sldId="2147483696"/>
            <pc:sldLayoutMk cId="2900357284" sldId="2147483697"/>
          </pc:sldLayoutMkLst>
        </pc:sldLayoutChg>
        <pc:sldLayoutChg chg="add del mod replId">
          <pc:chgData name="Vitalii Polovyi" userId="12f8f3dd1d9954fe" providerId="Windows Live" clId="Web-{6333D375-AF9D-4F28-B8A2-7836C0D67A6C}" dt="2025-09-11T20:09:27.097" v="5"/>
          <pc:sldLayoutMkLst>
            <pc:docMk/>
            <pc:sldMasterMk cId="935181925" sldId="2147483696"/>
            <pc:sldLayoutMk cId="2997198979" sldId="2147483698"/>
          </pc:sldLayoutMkLst>
        </pc:sldLayoutChg>
        <pc:sldLayoutChg chg="add del mod replId">
          <pc:chgData name="Vitalii Polovyi" userId="12f8f3dd1d9954fe" providerId="Windows Live" clId="Web-{6333D375-AF9D-4F28-B8A2-7836C0D67A6C}" dt="2025-09-11T20:09:27.097" v="5"/>
          <pc:sldLayoutMkLst>
            <pc:docMk/>
            <pc:sldMasterMk cId="935181925" sldId="2147483696"/>
            <pc:sldLayoutMk cId="1142219959" sldId="2147483699"/>
          </pc:sldLayoutMkLst>
        </pc:sldLayoutChg>
        <pc:sldLayoutChg chg="add del mod replId">
          <pc:chgData name="Vitalii Polovyi" userId="12f8f3dd1d9954fe" providerId="Windows Live" clId="Web-{6333D375-AF9D-4F28-B8A2-7836C0D67A6C}" dt="2025-09-11T20:09:27.097" v="5"/>
          <pc:sldLayoutMkLst>
            <pc:docMk/>
            <pc:sldMasterMk cId="935181925" sldId="2147483696"/>
            <pc:sldLayoutMk cId="301706947" sldId="2147483700"/>
          </pc:sldLayoutMkLst>
        </pc:sldLayoutChg>
        <pc:sldLayoutChg chg="add del mod replId">
          <pc:chgData name="Vitalii Polovyi" userId="12f8f3dd1d9954fe" providerId="Windows Live" clId="Web-{6333D375-AF9D-4F28-B8A2-7836C0D67A6C}" dt="2025-09-11T20:09:27.097" v="5"/>
          <pc:sldLayoutMkLst>
            <pc:docMk/>
            <pc:sldMasterMk cId="935181925" sldId="2147483696"/>
            <pc:sldLayoutMk cId="3201848251" sldId="2147483701"/>
          </pc:sldLayoutMkLst>
        </pc:sldLayoutChg>
        <pc:sldLayoutChg chg="add del mod replId">
          <pc:chgData name="Vitalii Polovyi" userId="12f8f3dd1d9954fe" providerId="Windows Live" clId="Web-{6333D375-AF9D-4F28-B8A2-7836C0D67A6C}" dt="2025-09-11T20:09:27.097" v="5"/>
          <pc:sldLayoutMkLst>
            <pc:docMk/>
            <pc:sldMasterMk cId="935181925" sldId="2147483696"/>
            <pc:sldLayoutMk cId="1350989204" sldId="2147483702"/>
          </pc:sldLayoutMkLst>
        </pc:sldLayoutChg>
        <pc:sldLayoutChg chg="add del mod replId">
          <pc:chgData name="Vitalii Polovyi" userId="12f8f3dd1d9954fe" providerId="Windows Live" clId="Web-{6333D375-AF9D-4F28-B8A2-7836C0D67A6C}" dt="2025-09-11T20:09:27.097" v="5"/>
          <pc:sldLayoutMkLst>
            <pc:docMk/>
            <pc:sldMasterMk cId="935181925" sldId="2147483696"/>
            <pc:sldLayoutMk cId="3673550391" sldId="2147483703"/>
          </pc:sldLayoutMkLst>
        </pc:sldLayoutChg>
        <pc:sldLayoutChg chg="add del mod replId">
          <pc:chgData name="Vitalii Polovyi" userId="12f8f3dd1d9954fe" providerId="Windows Live" clId="Web-{6333D375-AF9D-4F28-B8A2-7836C0D67A6C}" dt="2025-09-11T20:09:27.097" v="5"/>
          <pc:sldLayoutMkLst>
            <pc:docMk/>
            <pc:sldMasterMk cId="935181925" sldId="2147483696"/>
            <pc:sldLayoutMk cId="2219588232" sldId="2147483704"/>
          </pc:sldLayoutMkLst>
        </pc:sldLayoutChg>
        <pc:sldLayoutChg chg="add del mod replId">
          <pc:chgData name="Vitalii Polovyi" userId="12f8f3dd1d9954fe" providerId="Windows Live" clId="Web-{6333D375-AF9D-4F28-B8A2-7836C0D67A6C}" dt="2025-09-11T20:09:27.097" v="5"/>
          <pc:sldLayoutMkLst>
            <pc:docMk/>
            <pc:sldMasterMk cId="935181925" sldId="2147483696"/>
            <pc:sldLayoutMk cId="3036350710" sldId="2147483705"/>
          </pc:sldLayoutMkLst>
        </pc:sldLayoutChg>
        <pc:sldLayoutChg chg="add del mod replId">
          <pc:chgData name="Vitalii Polovyi" userId="12f8f3dd1d9954fe" providerId="Windows Live" clId="Web-{6333D375-AF9D-4F28-B8A2-7836C0D67A6C}" dt="2025-09-11T20:09:27.097" v="5"/>
          <pc:sldLayoutMkLst>
            <pc:docMk/>
            <pc:sldMasterMk cId="935181925" sldId="2147483696"/>
            <pc:sldLayoutMk cId="3705857897" sldId="2147483706"/>
          </pc:sldLayoutMkLst>
        </pc:sldLayoutChg>
        <pc:sldLayoutChg chg="add del mod replId">
          <pc:chgData name="Vitalii Polovyi" userId="12f8f3dd1d9954fe" providerId="Windows Live" clId="Web-{6333D375-AF9D-4F28-B8A2-7836C0D67A6C}" dt="2025-09-11T20:09:27.097" v="5"/>
          <pc:sldLayoutMkLst>
            <pc:docMk/>
            <pc:sldMasterMk cId="935181925" sldId="2147483696"/>
            <pc:sldLayoutMk cId="3258396288" sldId="2147483707"/>
          </pc:sldLayoutMkLst>
        </pc:sldLayoutChg>
      </pc:sldMasterChg>
      <pc:sldMasterChg chg="add del addSldLayout delSldLayout modSldLayout">
        <pc:chgData name="Vitalii Polovyi" userId="12f8f3dd1d9954fe" providerId="Windows Live" clId="Web-{6333D375-AF9D-4F28-B8A2-7836C0D67A6C}" dt="2025-09-11T20:10:41.754" v="41"/>
        <pc:sldMasterMkLst>
          <pc:docMk/>
          <pc:sldMasterMk cId="3768620346" sldId="2147483708"/>
        </pc:sldMasterMkLst>
        <pc:sldLayoutChg chg="add del mod replId">
          <pc:chgData name="Vitalii Polovyi" userId="12f8f3dd1d9954fe" providerId="Windows Live" clId="Web-{6333D375-AF9D-4F28-B8A2-7836C0D67A6C}" dt="2025-09-11T20:10:41.754" v="41"/>
          <pc:sldLayoutMkLst>
            <pc:docMk/>
            <pc:sldMasterMk cId="3768620346" sldId="2147483708"/>
            <pc:sldLayoutMk cId="4184345461" sldId="2147483709"/>
          </pc:sldLayoutMkLst>
        </pc:sldLayoutChg>
        <pc:sldLayoutChg chg="add del mod replId">
          <pc:chgData name="Vitalii Polovyi" userId="12f8f3dd1d9954fe" providerId="Windows Live" clId="Web-{6333D375-AF9D-4F28-B8A2-7836C0D67A6C}" dt="2025-09-11T20:10:41.754" v="41"/>
          <pc:sldLayoutMkLst>
            <pc:docMk/>
            <pc:sldMasterMk cId="3768620346" sldId="2147483708"/>
            <pc:sldLayoutMk cId="3626507148" sldId="2147483710"/>
          </pc:sldLayoutMkLst>
        </pc:sldLayoutChg>
        <pc:sldLayoutChg chg="add del mod replId">
          <pc:chgData name="Vitalii Polovyi" userId="12f8f3dd1d9954fe" providerId="Windows Live" clId="Web-{6333D375-AF9D-4F28-B8A2-7836C0D67A6C}" dt="2025-09-11T20:10:41.754" v="41"/>
          <pc:sldLayoutMkLst>
            <pc:docMk/>
            <pc:sldMasterMk cId="3768620346" sldId="2147483708"/>
            <pc:sldLayoutMk cId="3003096996" sldId="2147483711"/>
          </pc:sldLayoutMkLst>
        </pc:sldLayoutChg>
        <pc:sldLayoutChg chg="add del mod replId">
          <pc:chgData name="Vitalii Polovyi" userId="12f8f3dd1d9954fe" providerId="Windows Live" clId="Web-{6333D375-AF9D-4F28-B8A2-7836C0D67A6C}" dt="2025-09-11T20:10:41.754" v="41"/>
          <pc:sldLayoutMkLst>
            <pc:docMk/>
            <pc:sldMasterMk cId="3768620346" sldId="2147483708"/>
            <pc:sldLayoutMk cId="134937503" sldId="2147483712"/>
          </pc:sldLayoutMkLst>
        </pc:sldLayoutChg>
        <pc:sldLayoutChg chg="add del mod replId">
          <pc:chgData name="Vitalii Polovyi" userId="12f8f3dd1d9954fe" providerId="Windows Live" clId="Web-{6333D375-AF9D-4F28-B8A2-7836C0D67A6C}" dt="2025-09-11T20:10:41.754" v="41"/>
          <pc:sldLayoutMkLst>
            <pc:docMk/>
            <pc:sldMasterMk cId="3768620346" sldId="2147483708"/>
            <pc:sldLayoutMk cId="392909921" sldId="2147483713"/>
          </pc:sldLayoutMkLst>
        </pc:sldLayoutChg>
        <pc:sldLayoutChg chg="add del mod replId">
          <pc:chgData name="Vitalii Polovyi" userId="12f8f3dd1d9954fe" providerId="Windows Live" clId="Web-{6333D375-AF9D-4F28-B8A2-7836C0D67A6C}" dt="2025-09-11T20:10:41.754" v="41"/>
          <pc:sldLayoutMkLst>
            <pc:docMk/>
            <pc:sldMasterMk cId="3768620346" sldId="2147483708"/>
            <pc:sldLayoutMk cId="907016602" sldId="2147483714"/>
          </pc:sldLayoutMkLst>
        </pc:sldLayoutChg>
        <pc:sldLayoutChg chg="add del mod replId">
          <pc:chgData name="Vitalii Polovyi" userId="12f8f3dd1d9954fe" providerId="Windows Live" clId="Web-{6333D375-AF9D-4F28-B8A2-7836C0D67A6C}" dt="2025-09-11T20:10:41.754" v="41"/>
          <pc:sldLayoutMkLst>
            <pc:docMk/>
            <pc:sldMasterMk cId="3768620346" sldId="2147483708"/>
            <pc:sldLayoutMk cId="707597816" sldId="2147483715"/>
          </pc:sldLayoutMkLst>
        </pc:sldLayoutChg>
        <pc:sldLayoutChg chg="add del mod replId">
          <pc:chgData name="Vitalii Polovyi" userId="12f8f3dd1d9954fe" providerId="Windows Live" clId="Web-{6333D375-AF9D-4F28-B8A2-7836C0D67A6C}" dt="2025-09-11T20:10:41.754" v="41"/>
          <pc:sldLayoutMkLst>
            <pc:docMk/>
            <pc:sldMasterMk cId="3768620346" sldId="2147483708"/>
            <pc:sldLayoutMk cId="3711597889" sldId="2147483716"/>
          </pc:sldLayoutMkLst>
        </pc:sldLayoutChg>
        <pc:sldLayoutChg chg="add del mod replId">
          <pc:chgData name="Vitalii Polovyi" userId="12f8f3dd1d9954fe" providerId="Windows Live" clId="Web-{6333D375-AF9D-4F28-B8A2-7836C0D67A6C}" dt="2025-09-11T20:10:41.754" v="41"/>
          <pc:sldLayoutMkLst>
            <pc:docMk/>
            <pc:sldMasterMk cId="3768620346" sldId="2147483708"/>
            <pc:sldLayoutMk cId="194166830" sldId="2147483717"/>
          </pc:sldLayoutMkLst>
        </pc:sldLayoutChg>
        <pc:sldLayoutChg chg="add del mod replId">
          <pc:chgData name="Vitalii Polovyi" userId="12f8f3dd1d9954fe" providerId="Windows Live" clId="Web-{6333D375-AF9D-4F28-B8A2-7836C0D67A6C}" dt="2025-09-11T20:10:41.754" v="41"/>
          <pc:sldLayoutMkLst>
            <pc:docMk/>
            <pc:sldMasterMk cId="3768620346" sldId="2147483708"/>
            <pc:sldLayoutMk cId="3707539420" sldId="2147483718"/>
          </pc:sldLayoutMkLst>
        </pc:sldLayoutChg>
        <pc:sldLayoutChg chg="add del mod replId">
          <pc:chgData name="Vitalii Polovyi" userId="12f8f3dd1d9954fe" providerId="Windows Live" clId="Web-{6333D375-AF9D-4F28-B8A2-7836C0D67A6C}" dt="2025-09-11T20:10:41.754" v="41"/>
          <pc:sldLayoutMkLst>
            <pc:docMk/>
            <pc:sldMasterMk cId="3768620346" sldId="2147483708"/>
            <pc:sldLayoutMk cId="840614800" sldId="2147483719"/>
          </pc:sldLayoutMkLst>
        </pc:sldLayoutChg>
      </pc:sldMasterChg>
      <pc:sldMasterChg chg="add addSldLayout modSldLayout">
        <pc:chgData name="Vitalii Polovyi" userId="12f8f3dd1d9954fe" providerId="Windows Live" clId="Web-{6333D375-AF9D-4F28-B8A2-7836C0D67A6C}" dt="2025-09-11T20:10:41.754" v="41"/>
        <pc:sldMasterMkLst>
          <pc:docMk/>
          <pc:sldMasterMk cId="2891842000" sldId="2147483720"/>
        </pc:sldMasterMkLst>
        <pc:sldLayoutChg chg="add mod replId">
          <pc:chgData name="Vitalii Polovyi" userId="12f8f3dd1d9954fe" providerId="Windows Live" clId="Web-{6333D375-AF9D-4F28-B8A2-7836C0D67A6C}" dt="2025-09-11T20:10:41.754" v="41"/>
          <pc:sldLayoutMkLst>
            <pc:docMk/>
            <pc:sldMasterMk cId="2891842000" sldId="2147483720"/>
            <pc:sldLayoutMk cId="681313686" sldId="2147483721"/>
          </pc:sldLayoutMkLst>
        </pc:sldLayoutChg>
        <pc:sldLayoutChg chg="add mod replId">
          <pc:chgData name="Vitalii Polovyi" userId="12f8f3dd1d9954fe" providerId="Windows Live" clId="Web-{6333D375-AF9D-4F28-B8A2-7836C0D67A6C}" dt="2025-09-11T20:10:41.754" v="41"/>
          <pc:sldLayoutMkLst>
            <pc:docMk/>
            <pc:sldMasterMk cId="2891842000" sldId="2147483720"/>
            <pc:sldLayoutMk cId="1193963119" sldId="2147483722"/>
          </pc:sldLayoutMkLst>
        </pc:sldLayoutChg>
        <pc:sldLayoutChg chg="add mod replId">
          <pc:chgData name="Vitalii Polovyi" userId="12f8f3dd1d9954fe" providerId="Windows Live" clId="Web-{6333D375-AF9D-4F28-B8A2-7836C0D67A6C}" dt="2025-09-11T20:10:41.754" v="41"/>
          <pc:sldLayoutMkLst>
            <pc:docMk/>
            <pc:sldMasterMk cId="2891842000" sldId="2147483720"/>
            <pc:sldLayoutMk cId="653818736" sldId="2147483723"/>
          </pc:sldLayoutMkLst>
        </pc:sldLayoutChg>
        <pc:sldLayoutChg chg="add mod replId">
          <pc:chgData name="Vitalii Polovyi" userId="12f8f3dd1d9954fe" providerId="Windows Live" clId="Web-{6333D375-AF9D-4F28-B8A2-7836C0D67A6C}" dt="2025-09-11T20:10:41.754" v="41"/>
          <pc:sldLayoutMkLst>
            <pc:docMk/>
            <pc:sldMasterMk cId="2891842000" sldId="2147483720"/>
            <pc:sldLayoutMk cId="2226737991" sldId="2147483724"/>
          </pc:sldLayoutMkLst>
        </pc:sldLayoutChg>
        <pc:sldLayoutChg chg="add mod replId">
          <pc:chgData name="Vitalii Polovyi" userId="12f8f3dd1d9954fe" providerId="Windows Live" clId="Web-{6333D375-AF9D-4F28-B8A2-7836C0D67A6C}" dt="2025-09-11T20:10:41.754" v="41"/>
          <pc:sldLayoutMkLst>
            <pc:docMk/>
            <pc:sldMasterMk cId="2891842000" sldId="2147483720"/>
            <pc:sldLayoutMk cId="1516573448" sldId="2147483725"/>
          </pc:sldLayoutMkLst>
        </pc:sldLayoutChg>
        <pc:sldLayoutChg chg="add mod replId">
          <pc:chgData name="Vitalii Polovyi" userId="12f8f3dd1d9954fe" providerId="Windows Live" clId="Web-{6333D375-AF9D-4F28-B8A2-7836C0D67A6C}" dt="2025-09-11T20:10:41.754" v="41"/>
          <pc:sldLayoutMkLst>
            <pc:docMk/>
            <pc:sldMasterMk cId="2891842000" sldId="2147483720"/>
            <pc:sldLayoutMk cId="3649228255" sldId="2147483726"/>
          </pc:sldLayoutMkLst>
        </pc:sldLayoutChg>
        <pc:sldLayoutChg chg="add mod replId">
          <pc:chgData name="Vitalii Polovyi" userId="12f8f3dd1d9954fe" providerId="Windows Live" clId="Web-{6333D375-AF9D-4F28-B8A2-7836C0D67A6C}" dt="2025-09-11T20:10:41.754" v="41"/>
          <pc:sldLayoutMkLst>
            <pc:docMk/>
            <pc:sldMasterMk cId="2891842000" sldId="2147483720"/>
            <pc:sldLayoutMk cId="1079921006" sldId="2147483727"/>
          </pc:sldLayoutMkLst>
        </pc:sldLayoutChg>
        <pc:sldLayoutChg chg="add mod replId">
          <pc:chgData name="Vitalii Polovyi" userId="12f8f3dd1d9954fe" providerId="Windows Live" clId="Web-{6333D375-AF9D-4F28-B8A2-7836C0D67A6C}" dt="2025-09-11T20:10:41.754" v="41"/>
          <pc:sldLayoutMkLst>
            <pc:docMk/>
            <pc:sldMasterMk cId="2891842000" sldId="2147483720"/>
            <pc:sldLayoutMk cId="185885825" sldId="2147483728"/>
          </pc:sldLayoutMkLst>
        </pc:sldLayoutChg>
        <pc:sldLayoutChg chg="add mod replId">
          <pc:chgData name="Vitalii Polovyi" userId="12f8f3dd1d9954fe" providerId="Windows Live" clId="Web-{6333D375-AF9D-4F28-B8A2-7836C0D67A6C}" dt="2025-09-11T20:10:41.754" v="41"/>
          <pc:sldLayoutMkLst>
            <pc:docMk/>
            <pc:sldMasterMk cId="2891842000" sldId="2147483720"/>
            <pc:sldLayoutMk cId="739331910" sldId="2147483729"/>
          </pc:sldLayoutMkLst>
        </pc:sldLayoutChg>
        <pc:sldLayoutChg chg="add mod replId">
          <pc:chgData name="Vitalii Polovyi" userId="12f8f3dd1d9954fe" providerId="Windows Live" clId="Web-{6333D375-AF9D-4F28-B8A2-7836C0D67A6C}" dt="2025-09-11T20:10:41.754" v="41"/>
          <pc:sldLayoutMkLst>
            <pc:docMk/>
            <pc:sldMasterMk cId="2891842000" sldId="2147483720"/>
            <pc:sldLayoutMk cId="408417477" sldId="2147483730"/>
          </pc:sldLayoutMkLst>
        </pc:sldLayoutChg>
        <pc:sldLayoutChg chg="add mod replId">
          <pc:chgData name="Vitalii Polovyi" userId="12f8f3dd1d9954fe" providerId="Windows Live" clId="Web-{6333D375-AF9D-4F28-B8A2-7836C0D67A6C}" dt="2025-09-11T20:10:41.754" v="41"/>
          <pc:sldLayoutMkLst>
            <pc:docMk/>
            <pc:sldMasterMk cId="2891842000" sldId="2147483720"/>
            <pc:sldLayoutMk cId="3837769093" sldId="2147483731"/>
          </pc:sldLayoutMkLst>
        </pc:sldLayoutChg>
      </pc:sldMasterChg>
    </pc:docChg>
  </pc:docChgLst>
  <pc:docChgLst>
    <pc:chgData name="Vitalii Polovyi" userId="12f8f3dd1d9954fe" providerId="Windows Live" clId="Web-{777EBBC0-F831-45B9-82C6-7C4048CDBBB5}"/>
    <pc:docChg chg="addSld delSld modSld sldOrd addSection modSection">
      <pc:chgData name="Vitalii Polovyi" userId="12f8f3dd1d9954fe" providerId="Windows Live" clId="Web-{777EBBC0-F831-45B9-82C6-7C4048CDBBB5}" dt="2025-09-12T08:18:03.106" v="549" actId="20577"/>
      <pc:docMkLst>
        <pc:docMk/>
      </pc:docMkLst>
      <pc:sldChg chg="addSp delSp modSp ord">
        <pc:chgData name="Vitalii Polovyi" userId="12f8f3dd1d9954fe" providerId="Windows Live" clId="Web-{777EBBC0-F831-45B9-82C6-7C4048CDBBB5}" dt="2025-09-12T06:37:27.207" v="108"/>
        <pc:sldMkLst>
          <pc:docMk/>
          <pc:sldMk cId="1251946777" sldId="295"/>
        </pc:sldMkLst>
        <pc:picChg chg="add mod">
          <ac:chgData name="Vitalii Polovyi" userId="12f8f3dd1d9954fe" providerId="Windows Live" clId="Web-{777EBBC0-F831-45B9-82C6-7C4048CDBBB5}" dt="2025-09-12T06:30:17.651" v="21" actId="1076"/>
          <ac:picMkLst>
            <pc:docMk/>
            <pc:sldMk cId="1251946777" sldId="295"/>
            <ac:picMk id="5" creationId="{153B473B-4C0D-8AD4-8BF8-735A750B2257}"/>
          </ac:picMkLst>
        </pc:picChg>
      </pc:sldChg>
      <pc:sldChg chg="addSp modSp new mod setBg">
        <pc:chgData name="Vitalii Polovyi" userId="12f8f3dd1d9954fe" providerId="Windows Live" clId="Web-{777EBBC0-F831-45B9-82C6-7C4048CDBBB5}" dt="2025-09-12T06:32:52.968" v="58" actId="20577"/>
        <pc:sldMkLst>
          <pc:docMk/>
          <pc:sldMk cId="152922474" sldId="296"/>
        </pc:sldMkLst>
        <pc:spChg chg="mod">
          <ac:chgData name="Vitalii Polovyi" userId="12f8f3dd1d9954fe" providerId="Windows Live" clId="Web-{777EBBC0-F831-45B9-82C6-7C4048CDBBB5}" dt="2025-09-12T06:30:39.839" v="24"/>
          <ac:spMkLst>
            <pc:docMk/>
            <pc:sldMk cId="152922474" sldId="296"/>
            <ac:spMk id="2" creationId="{F4DA9C0E-1DBC-DA65-C81D-C5D462D97B34}"/>
          </ac:spMkLst>
        </pc:spChg>
        <pc:spChg chg="mod ord">
          <ac:chgData name="Vitalii Polovyi" userId="12f8f3dd1d9954fe" providerId="Windows Live" clId="Web-{777EBBC0-F831-45B9-82C6-7C4048CDBBB5}" dt="2025-09-12T06:32:52.968" v="58" actId="20577"/>
          <ac:spMkLst>
            <pc:docMk/>
            <pc:sldMk cId="152922474" sldId="296"/>
            <ac:spMk id="3" creationId="{4CF6CA6E-A3A2-1BF1-4F31-10E8CE24BDF5}"/>
          </ac:spMkLst>
        </pc:spChg>
        <pc:spChg chg="add">
          <ac:chgData name="Vitalii Polovyi" userId="12f8f3dd1d9954fe" providerId="Windows Live" clId="Web-{777EBBC0-F831-45B9-82C6-7C4048CDBBB5}" dt="2025-09-12T06:30:39.839" v="24"/>
          <ac:spMkLst>
            <pc:docMk/>
            <pc:sldMk cId="152922474" sldId="296"/>
            <ac:spMk id="10" creationId="{52ABB703-2B0E-4C3B-B4A2-F3973548E561}"/>
          </ac:spMkLst>
        </pc:spChg>
        <pc:spChg chg="add">
          <ac:chgData name="Vitalii Polovyi" userId="12f8f3dd1d9954fe" providerId="Windows Live" clId="Web-{777EBBC0-F831-45B9-82C6-7C4048CDBBB5}" dt="2025-09-12T06:30:39.839" v="24"/>
          <ac:spMkLst>
            <pc:docMk/>
            <pc:sldMk cId="152922474" sldId="296"/>
            <ac:spMk id="14" creationId="{E95DA498-D9A2-4DA9-B9DA-B3776E08CF7E}"/>
          </ac:spMkLst>
        </pc:spChg>
        <pc:spChg chg="add">
          <ac:chgData name="Vitalii Polovyi" userId="12f8f3dd1d9954fe" providerId="Windows Live" clId="Web-{777EBBC0-F831-45B9-82C6-7C4048CDBBB5}" dt="2025-09-12T06:30:39.839" v="24"/>
          <ac:spMkLst>
            <pc:docMk/>
            <pc:sldMk cId="152922474" sldId="296"/>
            <ac:spMk id="16" creationId="{82A73093-4B9D-420D-B17E-52293703A1D4}"/>
          </ac:spMkLst>
        </pc:spChg>
        <pc:picChg chg="add mod">
          <ac:chgData name="Vitalii Polovyi" userId="12f8f3dd1d9954fe" providerId="Windows Live" clId="Web-{777EBBC0-F831-45B9-82C6-7C4048CDBBB5}" dt="2025-09-12T06:30:53.652" v="26" actId="14100"/>
          <ac:picMkLst>
            <pc:docMk/>
            <pc:sldMk cId="152922474" sldId="296"/>
            <ac:picMk id="5" creationId="{9DCAD071-E80C-8F49-2263-CFF9EBDE2316}"/>
          </ac:picMkLst>
        </pc:picChg>
        <pc:cxnChg chg="add">
          <ac:chgData name="Vitalii Polovyi" userId="12f8f3dd1d9954fe" providerId="Windows Live" clId="Web-{777EBBC0-F831-45B9-82C6-7C4048CDBBB5}" dt="2025-09-12T06:30:39.839" v="24"/>
          <ac:cxnSpMkLst>
            <pc:docMk/>
            <pc:sldMk cId="152922474" sldId="296"/>
            <ac:cxnSpMk id="12" creationId="{9C21570E-E159-49A6-9891-FA397B7A92D3}"/>
          </ac:cxnSpMkLst>
        </pc:cxnChg>
      </pc:sldChg>
      <pc:sldChg chg="delSp modSp add del replId">
        <pc:chgData name="Vitalii Polovyi" userId="12f8f3dd1d9954fe" providerId="Windows Live" clId="Web-{777EBBC0-F831-45B9-82C6-7C4048CDBBB5}" dt="2025-09-12T06:30:19.948" v="22"/>
        <pc:sldMkLst>
          <pc:docMk/>
          <pc:sldMk cId="1341280416" sldId="297"/>
        </pc:sldMkLst>
      </pc:sldChg>
      <pc:sldChg chg="delSp modSp add ord replId">
        <pc:chgData name="Vitalii Polovyi" userId="12f8f3dd1d9954fe" providerId="Windows Live" clId="Web-{777EBBC0-F831-45B9-82C6-7C4048CDBBB5}" dt="2025-09-12T06:36:40.003" v="101" actId="20577"/>
        <pc:sldMkLst>
          <pc:docMk/>
          <pc:sldMk cId="2767323112" sldId="297"/>
        </pc:sldMkLst>
        <pc:spChg chg="mod">
          <ac:chgData name="Vitalii Polovyi" userId="12f8f3dd1d9954fe" providerId="Windows Live" clId="Web-{777EBBC0-F831-45B9-82C6-7C4048CDBBB5}" dt="2025-09-12T06:36:40.003" v="101" actId="20577"/>
          <ac:spMkLst>
            <pc:docMk/>
            <pc:sldMk cId="2767323112" sldId="297"/>
            <ac:spMk id="3" creationId="{C6E10D64-316D-DB1A-E3D3-154DA5B98A1B}"/>
          </ac:spMkLst>
        </pc:spChg>
      </pc:sldChg>
      <pc:sldChg chg="add del replId">
        <pc:chgData name="Vitalii Polovyi" userId="12f8f3dd1d9954fe" providerId="Windows Live" clId="Web-{777EBBC0-F831-45B9-82C6-7C4048CDBBB5}" dt="2025-09-12T06:33:37.469" v="60"/>
        <pc:sldMkLst>
          <pc:docMk/>
          <pc:sldMk cId="3872221937" sldId="297"/>
        </pc:sldMkLst>
      </pc:sldChg>
      <pc:sldChg chg="add replId">
        <pc:chgData name="Vitalii Polovyi" userId="12f8f3dd1d9954fe" providerId="Windows Live" clId="Web-{777EBBC0-F831-45B9-82C6-7C4048CDBBB5}" dt="2025-09-12T06:36:42.175" v="102"/>
        <pc:sldMkLst>
          <pc:docMk/>
          <pc:sldMk cId="673081209" sldId="298"/>
        </pc:sldMkLst>
      </pc:sldChg>
      <pc:sldChg chg="modSp new mod ord modClrScheme chgLayout">
        <pc:chgData name="Vitalii Polovyi" userId="12f8f3dd1d9954fe" providerId="Windows Live" clId="Web-{777EBBC0-F831-45B9-82C6-7C4048CDBBB5}" dt="2025-09-12T08:18:03.106" v="549" actId="20577"/>
        <pc:sldMkLst>
          <pc:docMk/>
          <pc:sldMk cId="3257377170" sldId="299"/>
        </pc:sldMkLst>
        <pc:spChg chg="mod ord">
          <ac:chgData name="Vitalii Polovyi" userId="12f8f3dd1d9954fe" providerId="Windows Live" clId="Web-{777EBBC0-F831-45B9-82C6-7C4048CDBBB5}" dt="2025-09-12T08:18:03.106" v="549" actId="20577"/>
          <ac:spMkLst>
            <pc:docMk/>
            <pc:sldMk cId="3257377170" sldId="299"/>
            <ac:spMk id="2" creationId="{439CDD71-D81C-0EDA-4CB9-62B96AFFAA0E}"/>
          </ac:spMkLst>
        </pc:spChg>
        <pc:spChg chg="mod ord">
          <ac:chgData name="Vitalii Polovyi" userId="12f8f3dd1d9954fe" providerId="Windows Live" clId="Web-{777EBBC0-F831-45B9-82C6-7C4048CDBBB5}" dt="2025-09-12T06:37:34.332" v="109"/>
          <ac:spMkLst>
            <pc:docMk/>
            <pc:sldMk cId="3257377170" sldId="299"/>
            <ac:spMk id="3" creationId="{17FC7D84-BEAF-4329-C80F-34C8CBC9E988}"/>
          </ac:spMkLst>
        </pc:spChg>
      </pc:sldChg>
      <pc:sldChg chg="modSp add replId">
        <pc:chgData name="Vitalii Polovyi" userId="12f8f3dd1d9954fe" providerId="Windows Live" clId="Web-{777EBBC0-F831-45B9-82C6-7C4048CDBBB5}" dt="2025-09-12T06:46:16.203" v="305" actId="20577"/>
        <pc:sldMkLst>
          <pc:docMk/>
          <pc:sldMk cId="3610537287" sldId="300"/>
        </pc:sldMkLst>
        <pc:spChg chg="mod">
          <ac:chgData name="Vitalii Polovyi" userId="12f8f3dd1d9954fe" providerId="Windows Live" clId="Web-{777EBBC0-F831-45B9-82C6-7C4048CDBBB5}" dt="2025-09-12T06:42:04.548" v="245" actId="20577"/>
          <ac:spMkLst>
            <pc:docMk/>
            <pc:sldMk cId="3610537287" sldId="300"/>
            <ac:spMk id="2" creationId="{5E0D8484-7EF6-E327-9A15-28A3B65ADF7E}"/>
          </ac:spMkLst>
        </pc:spChg>
        <pc:spChg chg="mod">
          <ac:chgData name="Vitalii Polovyi" userId="12f8f3dd1d9954fe" providerId="Windows Live" clId="Web-{777EBBC0-F831-45B9-82C6-7C4048CDBBB5}" dt="2025-09-12T06:46:16.203" v="305" actId="20577"/>
          <ac:spMkLst>
            <pc:docMk/>
            <pc:sldMk cId="3610537287" sldId="300"/>
            <ac:spMk id="3" creationId="{53C95C74-D1D7-9CCE-2CDA-4F61905DC30A}"/>
          </ac:spMkLst>
        </pc:spChg>
      </pc:sldChg>
      <pc:sldChg chg="modSp add replId">
        <pc:chgData name="Vitalii Polovyi" userId="12f8f3dd1d9954fe" providerId="Windows Live" clId="Web-{777EBBC0-F831-45B9-82C6-7C4048CDBBB5}" dt="2025-09-12T06:51:52.915" v="407" actId="20577"/>
        <pc:sldMkLst>
          <pc:docMk/>
          <pc:sldMk cId="1119423346" sldId="301"/>
        </pc:sldMkLst>
        <pc:spChg chg="mod">
          <ac:chgData name="Vitalii Polovyi" userId="12f8f3dd1d9954fe" providerId="Windows Live" clId="Web-{777EBBC0-F831-45B9-82C6-7C4048CDBBB5}" dt="2025-09-12T06:46:32.188" v="309" actId="20577"/>
          <ac:spMkLst>
            <pc:docMk/>
            <pc:sldMk cId="1119423346" sldId="301"/>
            <ac:spMk id="2" creationId="{D6AC35A3-C536-0B2E-E450-4A858863B778}"/>
          </ac:spMkLst>
        </pc:spChg>
        <pc:spChg chg="mod">
          <ac:chgData name="Vitalii Polovyi" userId="12f8f3dd1d9954fe" providerId="Windows Live" clId="Web-{777EBBC0-F831-45B9-82C6-7C4048CDBBB5}" dt="2025-09-12T06:51:52.915" v="407" actId="20577"/>
          <ac:spMkLst>
            <pc:docMk/>
            <pc:sldMk cId="1119423346" sldId="301"/>
            <ac:spMk id="3" creationId="{F2C5AC36-C9C7-49B8-234B-099A12C7F18A}"/>
          </ac:spMkLst>
        </pc:spChg>
      </pc:sldChg>
      <pc:sldChg chg="add replId">
        <pc:chgData name="Vitalii Polovyi" userId="12f8f3dd1d9954fe" providerId="Windows Live" clId="Web-{777EBBC0-F831-45B9-82C6-7C4048CDBBB5}" dt="2025-09-12T06:46:25.516" v="306"/>
        <pc:sldMkLst>
          <pc:docMk/>
          <pc:sldMk cId="2469494628" sldId="302"/>
        </pc:sldMkLst>
      </pc:sldChg>
      <pc:sldChg chg="modSp add replId">
        <pc:chgData name="Vitalii Polovyi" userId="12f8f3dd1d9954fe" providerId="Windows Live" clId="Web-{777EBBC0-F831-45B9-82C6-7C4048CDBBB5}" dt="2025-09-12T06:52:50.744" v="417" actId="20577"/>
        <pc:sldMkLst>
          <pc:docMk/>
          <pc:sldMk cId="3619793342" sldId="303"/>
        </pc:sldMkLst>
        <pc:spChg chg="mod">
          <ac:chgData name="Vitalii Polovyi" userId="12f8f3dd1d9954fe" providerId="Windows Live" clId="Web-{777EBBC0-F831-45B9-82C6-7C4048CDBBB5}" dt="2025-09-12T06:52:50.744" v="417" actId="20577"/>
          <ac:spMkLst>
            <pc:docMk/>
            <pc:sldMk cId="3619793342" sldId="303"/>
            <ac:spMk id="3" creationId="{16132DFF-A94A-FC42-D49D-95E75B556D62}"/>
          </ac:spMkLst>
        </pc:spChg>
      </pc:sldChg>
      <pc:sldChg chg="add replId">
        <pc:chgData name="Vitalii Polovyi" userId="12f8f3dd1d9954fe" providerId="Windows Live" clId="Web-{777EBBC0-F831-45B9-82C6-7C4048CDBBB5}" dt="2025-09-12T06:54:04.089" v="418"/>
        <pc:sldMkLst>
          <pc:docMk/>
          <pc:sldMk cId="3025997251" sldId="304"/>
        </pc:sldMkLst>
      </pc:sldChg>
      <pc:sldChg chg="addSp modSp add replId">
        <pc:chgData name="Vitalii Polovyi" userId="12f8f3dd1d9954fe" providerId="Windows Live" clId="Web-{777EBBC0-F831-45B9-82C6-7C4048CDBBB5}" dt="2025-09-12T07:06:45.296" v="546" actId="1076"/>
        <pc:sldMkLst>
          <pc:docMk/>
          <pc:sldMk cId="2456374666" sldId="305"/>
        </pc:sldMkLst>
        <pc:spChg chg="mod">
          <ac:chgData name="Vitalii Polovyi" userId="12f8f3dd1d9954fe" providerId="Windows Live" clId="Web-{777EBBC0-F831-45B9-82C6-7C4048CDBBB5}" dt="2025-09-12T07:03:14.555" v="493" actId="20577"/>
          <ac:spMkLst>
            <pc:docMk/>
            <pc:sldMk cId="2456374666" sldId="305"/>
            <ac:spMk id="2" creationId="{360F6DB3-FA5F-3CD6-AB69-E31ED1A3EA4B}"/>
          </ac:spMkLst>
        </pc:spChg>
        <pc:spChg chg="mod">
          <ac:chgData name="Vitalii Polovyi" userId="12f8f3dd1d9954fe" providerId="Windows Live" clId="Web-{777EBBC0-F831-45B9-82C6-7C4048CDBBB5}" dt="2025-09-12T07:05:55.498" v="545" actId="20577"/>
          <ac:spMkLst>
            <pc:docMk/>
            <pc:sldMk cId="2456374666" sldId="305"/>
            <ac:spMk id="3" creationId="{8B66D3FF-9A16-AD73-2D87-504A55D067CE}"/>
          </ac:spMkLst>
        </pc:spChg>
        <pc:picChg chg="add mod">
          <ac:chgData name="Vitalii Polovyi" userId="12f8f3dd1d9954fe" providerId="Windows Live" clId="Web-{777EBBC0-F831-45B9-82C6-7C4048CDBBB5}" dt="2025-09-12T07:06:45.296" v="546" actId="1076"/>
          <ac:picMkLst>
            <pc:docMk/>
            <pc:sldMk cId="2456374666" sldId="305"/>
            <ac:picMk id="4" creationId="{DAD2FF95-146C-74A7-95CC-6946C00B554F}"/>
          </ac:picMkLst>
        </pc:picChg>
      </pc:sldChg>
    </pc:docChg>
  </pc:docChgLst>
  <pc:docChgLst>
    <pc:chgData name="Vitalii Polovyi" userId="12f8f3dd1d9954fe" providerId="Windows Live" clId="Web-{7CC28121-F327-270D-C165-AC812FDB1A21}"/>
    <pc:docChg chg="addSld delSld modSld modSection">
      <pc:chgData name="Vitalii Polovyi" userId="12f8f3dd1d9954fe" providerId="Windows Live" clId="Web-{7CC28121-F327-270D-C165-AC812FDB1A21}" dt="2025-09-17T20:27:11.351" v="200" actId="20577"/>
      <pc:docMkLst>
        <pc:docMk/>
      </pc:docMkLst>
      <pc:sldChg chg="modSp">
        <pc:chgData name="Vitalii Polovyi" userId="12f8f3dd1d9954fe" providerId="Windows Live" clId="Web-{7CC28121-F327-270D-C165-AC812FDB1A21}" dt="2025-09-17T19:48:46.352" v="3" actId="20577"/>
        <pc:sldMkLst>
          <pc:docMk/>
          <pc:sldMk cId="152922474" sldId="296"/>
        </pc:sldMkLst>
        <pc:spChg chg="mod">
          <ac:chgData name="Vitalii Polovyi" userId="12f8f3dd1d9954fe" providerId="Windows Live" clId="Web-{7CC28121-F327-270D-C165-AC812FDB1A21}" dt="2025-09-17T19:48:46.352" v="3" actId="20577"/>
          <ac:spMkLst>
            <pc:docMk/>
            <pc:sldMk cId="152922474" sldId="296"/>
            <ac:spMk id="3" creationId="{4CF6CA6E-A3A2-1BF1-4F31-10E8CE24BDF5}"/>
          </ac:spMkLst>
        </pc:spChg>
      </pc:sldChg>
      <pc:sldChg chg="add del">
        <pc:chgData name="Vitalii Polovyi" userId="12f8f3dd1d9954fe" providerId="Windows Live" clId="Web-{7CC28121-F327-270D-C165-AC812FDB1A21}" dt="2025-09-17T19:49:19.150" v="5"/>
        <pc:sldMkLst>
          <pc:docMk/>
          <pc:sldMk cId="2767323112" sldId="297"/>
        </pc:sldMkLst>
      </pc:sldChg>
      <pc:sldChg chg="modSp">
        <pc:chgData name="Vitalii Polovyi" userId="12f8f3dd1d9954fe" providerId="Windows Live" clId="Web-{7CC28121-F327-270D-C165-AC812FDB1A21}" dt="2025-09-17T20:09:33.218" v="107" actId="20577"/>
        <pc:sldMkLst>
          <pc:docMk/>
          <pc:sldMk cId="673081209" sldId="298"/>
        </pc:sldMkLst>
        <pc:spChg chg="mod">
          <ac:chgData name="Vitalii Polovyi" userId="12f8f3dd1d9954fe" providerId="Windows Live" clId="Web-{7CC28121-F327-270D-C165-AC812FDB1A21}" dt="2025-09-17T19:55:32.221" v="24" actId="20577"/>
          <ac:spMkLst>
            <pc:docMk/>
            <pc:sldMk cId="673081209" sldId="298"/>
            <ac:spMk id="2" creationId="{1C739675-7BAB-7817-48D0-D833B829B835}"/>
          </ac:spMkLst>
        </pc:spChg>
        <pc:spChg chg="mod">
          <ac:chgData name="Vitalii Polovyi" userId="12f8f3dd1d9954fe" providerId="Windows Live" clId="Web-{7CC28121-F327-270D-C165-AC812FDB1A21}" dt="2025-09-17T20:09:33.218" v="107" actId="20577"/>
          <ac:spMkLst>
            <pc:docMk/>
            <pc:sldMk cId="673081209" sldId="298"/>
            <ac:spMk id="3" creationId="{EBB359C2-0F1E-88B4-D582-164A5A20047A}"/>
          </ac:spMkLst>
        </pc:spChg>
      </pc:sldChg>
      <pc:sldChg chg="modSp">
        <pc:chgData name="Vitalii Polovyi" userId="12f8f3dd1d9954fe" providerId="Windows Live" clId="Web-{7CC28121-F327-270D-C165-AC812FDB1A21}" dt="2025-09-17T20:22:53.630" v="195" actId="20577"/>
        <pc:sldMkLst>
          <pc:docMk/>
          <pc:sldMk cId="3610537287" sldId="300"/>
        </pc:sldMkLst>
        <pc:spChg chg="mod">
          <ac:chgData name="Vitalii Polovyi" userId="12f8f3dd1d9954fe" providerId="Windows Live" clId="Web-{7CC28121-F327-270D-C165-AC812FDB1A21}" dt="2025-09-17T20:22:53.630" v="195" actId="20577"/>
          <ac:spMkLst>
            <pc:docMk/>
            <pc:sldMk cId="3610537287" sldId="300"/>
            <ac:spMk id="3" creationId="{53C95C74-D1D7-9CCE-2CDA-4F61905DC30A}"/>
          </ac:spMkLst>
        </pc:spChg>
      </pc:sldChg>
      <pc:sldChg chg="modSp">
        <pc:chgData name="Vitalii Polovyi" userId="12f8f3dd1d9954fe" providerId="Windows Live" clId="Web-{7CC28121-F327-270D-C165-AC812FDB1A21}" dt="2025-09-17T20:23:22.771" v="198" actId="20577"/>
        <pc:sldMkLst>
          <pc:docMk/>
          <pc:sldMk cId="1119423346" sldId="301"/>
        </pc:sldMkLst>
        <pc:spChg chg="mod">
          <ac:chgData name="Vitalii Polovyi" userId="12f8f3dd1d9954fe" providerId="Windows Live" clId="Web-{7CC28121-F327-270D-C165-AC812FDB1A21}" dt="2025-09-17T20:23:22.771" v="198" actId="20577"/>
          <ac:spMkLst>
            <pc:docMk/>
            <pc:sldMk cId="1119423346" sldId="301"/>
            <ac:spMk id="3" creationId="{F2C5AC36-C9C7-49B8-234B-099A12C7F18A}"/>
          </ac:spMkLst>
        </pc:spChg>
      </pc:sldChg>
      <pc:sldChg chg="del">
        <pc:chgData name="Vitalii Polovyi" userId="12f8f3dd1d9954fe" providerId="Windows Live" clId="Web-{7CC28121-F327-270D-C165-AC812FDB1A21}" dt="2025-09-17T20:23:00.177" v="196"/>
        <pc:sldMkLst>
          <pc:docMk/>
          <pc:sldMk cId="2469494628" sldId="302"/>
        </pc:sldMkLst>
      </pc:sldChg>
      <pc:sldChg chg="del">
        <pc:chgData name="Vitalii Polovyi" userId="12f8f3dd1d9954fe" providerId="Windows Live" clId="Web-{7CC28121-F327-270D-C165-AC812FDB1A21}" dt="2025-09-17T20:25:49.268" v="199"/>
        <pc:sldMkLst>
          <pc:docMk/>
          <pc:sldMk cId="3025997251" sldId="304"/>
        </pc:sldMkLst>
      </pc:sldChg>
      <pc:sldChg chg="modSp">
        <pc:chgData name="Vitalii Polovyi" userId="12f8f3dd1d9954fe" providerId="Windows Live" clId="Web-{7CC28121-F327-270D-C165-AC812FDB1A21}" dt="2025-09-17T20:27:11.351" v="200" actId="20577"/>
        <pc:sldMkLst>
          <pc:docMk/>
          <pc:sldMk cId="2456374666" sldId="305"/>
        </pc:sldMkLst>
        <pc:spChg chg="mod">
          <ac:chgData name="Vitalii Polovyi" userId="12f8f3dd1d9954fe" providerId="Windows Live" clId="Web-{7CC28121-F327-270D-C165-AC812FDB1A21}" dt="2025-09-17T20:27:11.351" v="200" actId="20577"/>
          <ac:spMkLst>
            <pc:docMk/>
            <pc:sldMk cId="2456374666" sldId="305"/>
            <ac:spMk id="3" creationId="{8B66D3FF-9A16-AD73-2D87-504A55D067CE}"/>
          </ac:spMkLst>
        </pc:spChg>
      </pc:sldChg>
      <pc:sldChg chg="modSp add replId">
        <pc:chgData name="Vitalii Polovyi" userId="12f8f3dd1d9954fe" providerId="Windows Live" clId="Web-{7CC28121-F327-270D-C165-AC812FDB1A21}" dt="2025-09-17T20:17:02.046" v="171" actId="20577"/>
        <pc:sldMkLst>
          <pc:docMk/>
          <pc:sldMk cId="4270386317" sldId="306"/>
        </pc:sldMkLst>
        <pc:spChg chg="mod">
          <ac:chgData name="Vitalii Polovyi" userId="12f8f3dd1d9954fe" providerId="Windows Live" clId="Web-{7CC28121-F327-270D-C165-AC812FDB1A21}" dt="2025-09-17T20:17:02.046" v="171" actId="20577"/>
          <ac:spMkLst>
            <pc:docMk/>
            <pc:sldMk cId="4270386317" sldId="306"/>
            <ac:spMk id="3" creationId="{8A1A08F4-CAB4-09A5-30B9-65F17609BF0D}"/>
          </ac:spMkLst>
        </pc:spChg>
      </pc:sldChg>
      <pc:sldChg chg="modSp add replId">
        <pc:chgData name="Vitalii Polovyi" userId="12f8f3dd1d9954fe" providerId="Windows Live" clId="Web-{7CC28121-F327-270D-C165-AC812FDB1A21}" dt="2025-09-17T20:22:35.005" v="192" actId="20577"/>
        <pc:sldMkLst>
          <pc:docMk/>
          <pc:sldMk cId="3697056050" sldId="307"/>
        </pc:sldMkLst>
        <pc:spChg chg="mod">
          <ac:chgData name="Vitalii Polovyi" userId="12f8f3dd1d9954fe" providerId="Windows Live" clId="Web-{7CC28121-F327-270D-C165-AC812FDB1A21}" dt="2025-09-17T20:22:35.005" v="192" actId="20577"/>
          <ac:spMkLst>
            <pc:docMk/>
            <pc:sldMk cId="3697056050" sldId="307"/>
            <ac:spMk id="3" creationId="{732D44AD-3D9E-1EB6-1F69-58B032911CBF}"/>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dirty="0"/>
              <a:t>Click to edit Master title style</a:t>
            </a:r>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sp>
        <p:nvSpPr>
          <p:cNvPr id="4" name="Date Placeholder 3"/>
          <p:cNvSpPr>
            <a:spLocks noGrp="1"/>
          </p:cNvSpPr>
          <p:nvPr>
            <p:ph type="dt" sz="half" idx="10"/>
          </p:nvPr>
        </p:nvSpPr>
        <p:spPr/>
        <p:txBody>
          <a:bodyPr/>
          <a:lstStyle/>
          <a:p>
            <a:fld id="{4BDF68E2-58F2-4D09-BE8B-E3BD06533059}" type="datetimeFigureOut">
              <a:rPr lang="en-US" dirty="0"/>
              <a:t>9/17/2025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13136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28FC5F6-F338-4AE4-BB23-26385BCFC423}" type="datetimeFigureOut">
              <a:rPr lang="en-US" dirty="0"/>
              <a:t>9/17/2025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dirty="0"/>
              <a:t>‹№›</a:t>
            </a:fld>
            <a:endParaRPr lang="en-US" dirty="0"/>
          </a:p>
        </p:txBody>
      </p:sp>
    </p:spTree>
    <p:extLst>
      <p:ext uri="{BB962C8B-B14F-4D97-AF65-F5344CB8AC3E}">
        <p14:creationId xmlns:p14="http://schemas.microsoft.com/office/powerpoint/2010/main" val="11939631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dirty="0"/>
              <a:t>Click to edit Master title style</a:t>
            </a:r>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20EBB0C4-6273-4C6E-B9BD-2EDC30F1CD52}" type="datetimeFigureOut">
              <a:rPr lang="en-US" dirty="0"/>
              <a:t>9/17/2025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38187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dirty="0"/>
              <a:t>Click to edit Master title style</a:t>
            </a:r>
          </a:p>
        </p:txBody>
      </p:sp>
      <p:sp>
        <p:nvSpPr>
          <p:cNvPr id="3" name="Content Placeholder 2"/>
          <p:cNvSpPr>
            <a:spLocks noGrp="1"/>
          </p:cNvSpPr>
          <p:nvPr>
            <p:ph sz="half" idx="1"/>
          </p:nvPr>
        </p:nvSpPr>
        <p:spPr>
          <a:xfrm>
            <a:off x="1097279" y="1845734"/>
            <a:ext cx="4937760" cy="40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217920" y="1845735"/>
            <a:ext cx="4937760" cy="40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19AB4D41-86C1-4908-B66A-0B50CEB3BF29}" type="datetimeFigureOut">
              <a:rPr lang="en-US" dirty="0"/>
              <a:t>9/17/2025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2267379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dirty="0"/>
              <a:t>Click to edit Master title style</a:t>
            </a:r>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6426E2C-56C1-4E0D-A793-0088A7FDD37E}" type="datetimeFigureOut">
              <a:rPr lang="en-US" dirty="0"/>
              <a:t>9/17/2025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5165734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C8C39B41-D8B5-4052-B551-9B5525EAA8B6}" type="datetimeFigureOut">
              <a:rPr lang="en-US" dirty="0"/>
              <a:t>9/17/2025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649228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dirty="0"/>
              <a:t>9/17/2025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1079921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dirty="0"/>
              <a:t>Click to edit Master title style</a:t>
            </a:r>
          </a:p>
        </p:txBody>
      </p:sp>
      <p:sp>
        <p:nvSpPr>
          <p:cNvPr id="3" name="Content Placeholder 2"/>
          <p:cNvSpPr>
            <a:spLocks noGrp="1"/>
          </p:cNvSpPr>
          <p:nvPr>
            <p:ph idx="1"/>
          </p:nvPr>
        </p:nvSpPr>
        <p:spPr>
          <a:xfrm>
            <a:off x="4800600" y="731520"/>
            <a:ext cx="6492240" cy="5257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2ABBEA6-7C60-4B02-AE87-00D78D8422AF}" type="datetimeFigureOut">
              <a:rPr lang="en-US" dirty="0"/>
              <a:t>9/17/2025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185885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dirty="0"/>
              <a:t>Click to edit Master title style</a:t>
            </a:r>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9CAD897-D46E-4AD2-BD9B-49DD3E640873}" type="datetimeFigureOut">
              <a:rPr lang="en-US" dirty="0"/>
              <a:t>9/17/2025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7393319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E2D6473-DF6D-4702-B328-E0DD40540A4E}" type="datetimeFigureOut">
              <a:rPr lang="en-US" dirty="0"/>
              <a:t>9/17/2025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4084174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26F7E3A-B166-407D-9866-32884E7D5B37}" type="datetimeFigureOut">
              <a:rPr lang="en-US" dirty="0"/>
              <a:t>9/17/2025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8377690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8624D31-43A5-475A-80CF-332C9F6DCF35}" type="datetimeFigureOut">
              <a:rPr lang="en-US" dirty="0"/>
              <a:t>9/17/2025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1842000"/>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medium.com/@clairedigitalogy/what-is-machine-learning-deep-learning-7788604004da" TargetMode="External"/><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eb.cs.hacettepe.edu.tr/~ilyas/Courses/BIL712/lec01-conceptLearning.pdf"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eb.cs.hacettepe.edu.tr/~ilyas/Courses/BIL712/lec01-conceptLearning.pdf#page=26"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manralai.medium.com/exploring-distance-based-metrics-a-comprehensive-guide-for-correct-selection-ff5aa6d84d43"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uk-UA" dirty="0">
                <a:ea typeface="+mj-lt"/>
                <a:cs typeface="+mj-lt"/>
              </a:rPr>
              <a:t>Основи машинного навчання</a:t>
            </a:r>
            <a:endParaRPr lang="uk-UA" dirty="0"/>
          </a:p>
        </p:txBody>
      </p:sp>
      <p:sp>
        <p:nvSpPr>
          <p:cNvPr id="3" name="Підзаголовок 2"/>
          <p:cNvSpPr>
            <a:spLocks noGrp="1"/>
          </p:cNvSpPr>
          <p:nvPr>
            <p:ph type="subTitle" idx="1"/>
          </p:nvPr>
        </p:nvSpPr>
        <p:spPr/>
        <p:txBody>
          <a:bodyPr vert="horz" lIns="91440" tIns="45720" rIns="91440" bIns="45720" rtlCol="0" anchor="t">
            <a:normAutofit/>
          </a:bodyPr>
          <a:lstStyle/>
          <a:p>
            <a:r>
              <a:rPr lang="uk-UA" dirty="0"/>
              <a:t>Машинне навчання та підготовка даних</a:t>
            </a:r>
          </a:p>
        </p:txBody>
      </p:sp>
    </p:spTree>
    <p:extLst>
      <p:ext uri="{BB962C8B-B14F-4D97-AF65-F5344CB8AC3E}">
        <p14:creationId xmlns:p14="http://schemas.microsoft.com/office/powerpoint/2010/main" val="39300242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2C0B2E1-0268-42EC-ABD3-94F81A05BC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uk-UA"/>
          </a:p>
        </p:txBody>
      </p:sp>
      <p:sp>
        <p:nvSpPr>
          <p:cNvPr id="10" name="Rectangle 9">
            <a:extLst>
              <a:ext uri="{FF2B5EF4-FFF2-40B4-BE49-F238E27FC236}">
                <a16:creationId xmlns:a16="http://schemas.microsoft.com/office/drawing/2014/main" id="{7D2256B4-48EA-40FC-BBC0-AA1EE6E008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uk-UA"/>
          </a:p>
        </p:txBody>
      </p:sp>
      <p:cxnSp>
        <p:nvCxnSpPr>
          <p:cNvPr id="12" name="Straight Connector 11">
            <a:extLst>
              <a:ext uri="{FF2B5EF4-FFF2-40B4-BE49-F238E27FC236}">
                <a16:creationId xmlns:a16="http://schemas.microsoft.com/office/drawing/2014/main" id="{3D44BCCA-102D-4A9D-B1E4-2450CAF0B0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E4C9BD34-6661-E0D9-AC5C-5C45858E2A06}"/>
              </a:ext>
            </a:extLst>
          </p:cNvPr>
          <p:cNvSpPr>
            <a:spLocks noGrp="1"/>
          </p:cNvSpPr>
          <p:nvPr>
            <p:ph type="title"/>
          </p:nvPr>
        </p:nvSpPr>
        <p:spPr>
          <a:xfrm>
            <a:off x="1097280" y="758952"/>
            <a:ext cx="10058400" cy="3892168"/>
          </a:xfrm>
        </p:spPr>
        <p:txBody>
          <a:bodyPr vert="horz" lIns="91440" tIns="45720" rIns="91440" bIns="45720" rtlCol="0" anchor="b">
            <a:normAutofit/>
          </a:bodyPr>
          <a:lstStyle/>
          <a:p>
            <a:r>
              <a:rPr lang="en-US" sz="8000">
                <a:solidFill>
                  <a:schemeClr val="tx1">
                    <a:lumMod val="85000"/>
                    <a:lumOff val="15000"/>
                  </a:schemeClr>
                </a:solidFill>
              </a:rPr>
              <a:t>Вступ</a:t>
            </a:r>
            <a:endParaRPr lang="uk-UA"/>
          </a:p>
        </p:txBody>
      </p:sp>
      <p:sp>
        <p:nvSpPr>
          <p:cNvPr id="16" name="Rectangle 15">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uk-UA"/>
          </a:p>
        </p:txBody>
      </p:sp>
      <p:sp>
        <p:nvSpPr>
          <p:cNvPr id="18" name="Rectangle 17">
            <a:extLst>
              <a:ext uri="{FF2B5EF4-FFF2-40B4-BE49-F238E27FC236}">
                <a16:creationId xmlns:a16="http://schemas.microsoft.com/office/drawing/2014/main" id="{1F3985C0-E548-44D2-B30E-F3E42DADE1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uk-UA"/>
          </a:p>
        </p:txBody>
      </p:sp>
    </p:spTree>
    <p:extLst>
      <p:ext uri="{BB962C8B-B14F-4D97-AF65-F5344CB8AC3E}">
        <p14:creationId xmlns:p14="http://schemas.microsoft.com/office/powerpoint/2010/main" val="506067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9A50369-DF47-E499-CE20-D00AEEBDFC78}"/>
              </a:ext>
            </a:extLst>
          </p:cNvPr>
          <p:cNvSpPr>
            <a:spLocks noGrp="1"/>
          </p:cNvSpPr>
          <p:nvPr>
            <p:ph type="title"/>
          </p:nvPr>
        </p:nvSpPr>
        <p:spPr/>
        <p:txBody>
          <a:bodyPr/>
          <a:lstStyle/>
          <a:p>
            <a:r>
              <a:rPr lang="uk-UA" dirty="0">
                <a:ea typeface="Calibri Light"/>
                <a:cs typeface="Calibri Light"/>
              </a:rPr>
              <a:t>Машинне навчання</a:t>
            </a:r>
            <a:endParaRPr lang="uk-UA" dirty="0"/>
          </a:p>
        </p:txBody>
      </p:sp>
      <p:pic>
        <p:nvPicPr>
          <p:cNvPr id="4" name="Місце для вмісту 3" descr="What Is Machine Learning &amp; Deep Learning? | by Claire D. Costa | Medium">
            <a:extLst>
              <a:ext uri="{FF2B5EF4-FFF2-40B4-BE49-F238E27FC236}">
                <a16:creationId xmlns:a16="http://schemas.microsoft.com/office/drawing/2014/main" id="{B0926840-AF76-5383-8F03-ADF51754F4C2}"/>
              </a:ext>
            </a:extLst>
          </p:cNvPr>
          <p:cNvPicPr>
            <a:picLocks noGrp="1" noChangeAspect="1"/>
          </p:cNvPicPr>
          <p:nvPr>
            <p:ph idx="1"/>
          </p:nvPr>
        </p:nvPicPr>
        <p:blipFill>
          <a:blip r:embed="rId2"/>
          <a:stretch>
            <a:fillRect/>
          </a:stretch>
        </p:blipFill>
        <p:spPr>
          <a:xfrm>
            <a:off x="2660685" y="1764621"/>
            <a:ext cx="6867457" cy="4249510"/>
          </a:xfrm>
          <a:prstGeom prst="rect">
            <a:avLst/>
          </a:prstGeom>
        </p:spPr>
      </p:pic>
      <p:sp>
        <p:nvSpPr>
          <p:cNvPr id="5" name="TextBox 4">
            <a:extLst>
              <a:ext uri="{FF2B5EF4-FFF2-40B4-BE49-F238E27FC236}">
                <a16:creationId xmlns:a16="http://schemas.microsoft.com/office/drawing/2014/main" id="{1F1543A6-AB2B-6C1B-42F1-B03D7D06B36B}"/>
              </a:ext>
            </a:extLst>
          </p:cNvPr>
          <p:cNvSpPr txBox="1"/>
          <p:nvPr/>
        </p:nvSpPr>
        <p:spPr>
          <a:xfrm>
            <a:off x="5548085" y="6007100"/>
            <a:ext cx="1092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uk-UA" dirty="0">
                <a:ea typeface="Calibri"/>
                <a:cs typeface="Calibri"/>
                <a:hlinkClick r:id="rId3"/>
              </a:rPr>
              <a:t>Джерело</a:t>
            </a:r>
            <a:endParaRPr lang="uk-UA"/>
          </a:p>
        </p:txBody>
      </p:sp>
    </p:spTree>
    <p:extLst>
      <p:ext uri="{BB962C8B-B14F-4D97-AF65-F5344CB8AC3E}">
        <p14:creationId xmlns:p14="http://schemas.microsoft.com/office/powerpoint/2010/main" val="38347454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E35F4-2A17-2661-3C60-34BB96B3932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F42C5BE-4444-7E69-1B1D-AD4B0ED7BC71}"/>
              </a:ext>
            </a:extLst>
          </p:cNvPr>
          <p:cNvSpPr>
            <a:spLocks noGrp="1"/>
          </p:cNvSpPr>
          <p:nvPr>
            <p:ph type="title"/>
          </p:nvPr>
        </p:nvSpPr>
        <p:spPr/>
        <p:txBody>
          <a:bodyPr/>
          <a:lstStyle/>
          <a:p>
            <a:r>
              <a:rPr lang="uk-UA" dirty="0">
                <a:ea typeface="Calibri Light"/>
                <a:cs typeface="Calibri Light"/>
              </a:rPr>
              <a:t>Машинне навчання</a:t>
            </a:r>
            <a:endParaRPr lang="uk-UA" dirty="0"/>
          </a:p>
        </p:txBody>
      </p:sp>
      <p:sp>
        <p:nvSpPr>
          <p:cNvPr id="3" name="Місце для вмісту 2">
            <a:extLst>
              <a:ext uri="{FF2B5EF4-FFF2-40B4-BE49-F238E27FC236}">
                <a16:creationId xmlns:a16="http://schemas.microsoft.com/office/drawing/2014/main" id="{88A341A2-6563-DF8C-BAC6-485E30BA0903}"/>
              </a:ext>
            </a:extLst>
          </p:cNvPr>
          <p:cNvSpPr>
            <a:spLocks noGrp="1"/>
          </p:cNvSpPr>
          <p:nvPr>
            <p:ph idx="1"/>
          </p:nvPr>
        </p:nvSpPr>
        <p:spPr/>
        <p:txBody>
          <a:bodyPr vert="horz" lIns="0" tIns="45720" rIns="0" bIns="45720" rtlCol="0" anchor="t">
            <a:normAutofit/>
          </a:bodyPr>
          <a:lstStyle/>
          <a:p>
            <a:pPr algn="just"/>
            <a:r>
              <a:rPr lang="uk-UA" b="1" dirty="0">
                <a:ea typeface="+mn-lt"/>
                <a:cs typeface="+mn-lt"/>
              </a:rPr>
              <a:t>Машинне навчання (ML)</a:t>
            </a:r>
            <a:r>
              <a:rPr lang="uk-UA" dirty="0">
                <a:ea typeface="+mn-lt"/>
                <a:cs typeface="+mn-lt"/>
              </a:rPr>
              <a:t> — підхід у штучному інтелекті, що дозволяє будувати алгоритми, </a:t>
            </a:r>
            <a:r>
              <a:rPr lang="uk-UA">
                <a:ea typeface="+mn-lt"/>
                <a:cs typeface="+mn-lt"/>
              </a:rPr>
              <a:t>які не програмуються явно, тобто, не є послідовним заданням визначених дій, а навчаються </a:t>
            </a:r>
            <a:r>
              <a:rPr lang="uk-UA" dirty="0">
                <a:ea typeface="+mn-lt"/>
                <a:cs typeface="+mn-lt"/>
              </a:rPr>
              <a:t>на даних.</a:t>
            </a:r>
            <a:endParaRPr lang="uk-UA"/>
          </a:p>
          <a:p>
            <a:pPr algn="just">
              <a:lnSpc>
                <a:spcPct val="80000"/>
              </a:lnSpc>
            </a:pPr>
            <a:r>
              <a:rPr lang="uk-UA" dirty="0">
                <a:ea typeface="+mn-lt"/>
                <a:cs typeface="+mn-lt"/>
              </a:rPr>
              <a:t>Іншими словами машинне навчання — це програмування комп'ютерів з метою оптимізації </a:t>
            </a:r>
            <a:r>
              <a:rPr lang="uk-UA">
                <a:ea typeface="+mn-lt"/>
                <a:cs typeface="+mn-lt"/>
              </a:rPr>
              <a:t>критерію продуктивності на основі прикладів даних або минулого досвіду.</a:t>
            </a:r>
          </a:p>
          <a:p>
            <a:pPr algn="just">
              <a:lnSpc>
                <a:spcPct val="80000"/>
              </a:lnSpc>
            </a:pPr>
            <a:r>
              <a:rPr lang="uk-UA" dirty="0">
                <a:ea typeface="+mn-lt"/>
                <a:cs typeface="+mn-lt"/>
              </a:rPr>
              <a:t>Модель, визначається за деякими параметрами та </a:t>
            </a:r>
            <a:r>
              <a:rPr lang="uk-UA" err="1">
                <a:ea typeface="+mn-lt"/>
                <a:cs typeface="+mn-lt"/>
              </a:rPr>
              <a:t>гіперпараметрами</a:t>
            </a:r>
            <a:r>
              <a:rPr lang="uk-UA" dirty="0">
                <a:ea typeface="+mn-lt"/>
                <a:cs typeface="+mn-lt"/>
              </a:rPr>
              <a:t>, а її навчання — це виконання комп'ютерної програми з метою оптимізації параметрів моделі на основі </a:t>
            </a:r>
            <a:r>
              <a:rPr lang="uk-UA">
                <a:ea typeface="+mn-lt"/>
                <a:cs typeface="+mn-lt"/>
              </a:rPr>
              <a:t>навчальних даних або минулого досвіду.</a:t>
            </a:r>
          </a:p>
          <a:p>
            <a:pPr algn="just">
              <a:lnSpc>
                <a:spcPct val="80000"/>
              </a:lnSpc>
            </a:pPr>
            <a:r>
              <a:rPr lang="uk-UA" dirty="0">
                <a:ea typeface="+mn-lt"/>
                <a:cs typeface="+mn-lt"/>
              </a:rPr>
              <a:t>Модель може бути прогнозуючою, щоб робити прогнози на майбутнє, або описовою, щоб отримувати знання з даних, або обома одночасно.</a:t>
            </a:r>
            <a:endParaRPr lang="uk-UA">
              <a:ea typeface="Calibri"/>
              <a:cs typeface="Calibri"/>
            </a:endParaRPr>
          </a:p>
          <a:p>
            <a:pPr algn="just">
              <a:lnSpc>
                <a:spcPct val="80000"/>
              </a:lnSpc>
            </a:pPr>
            <a:endParaRPr lang="en-US" dirty="0">
              <a:ea typeface="Calibri" panose="020F0502020204030204"/>
              <a:cs typeface="Calibri" panose="020F0502020204030204"/>
            </a:endParaRPr>
          </a:p>
          <a:p>
            <a:pPr algn="just"/>
            <a:endParaRPr lang="uk-UA" dirty="0">
              <a:ea typeface="Calibri"/>
              <a:cs typeface="Calibri"/>
            </a:endParaRPr>
          </a:p>
        </p:txBody>
      </p:sp>
    </p:spTree>
    <p:extLst>
      <p:ext uri="{BB962C8B-B14F-4D97-AF65-F5344CB8AC3E}">
        <p14:creationId xmlns:p14="http://schemas.microsoft.com/office/powerpoint/2010/main" val="28235085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AB31A-0479-9C9E-42A4-83917F51624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F050E9F-4927-063C-D213-7C9F94B93A71}"/>
              </a:ext>
            </a:extLst>
          </p:cNvPr>
          <p:cNvSpPr>
            <a:spLocks noGrp="1"/>
          </p:cNvSpPr>
          <p:nvPr>
            <p:ph type="title"/>
          </p:nvPr>
        </p:nvSpPr>
        <p:spPr/>
        <p:txBody>
          <a:bodyPr/>
          <a:lstStyle/>
          <a:p>
            <a:r>
              <a:rPr lang="uk-UA" dirty="0">
                <a:ea typeface="Calibri Light"/>
                <a:cs typeface="Calibri Light"/>
              </a:rPr>
              <a:t>Навчання</a:t>
            </a:r>
            <a:endParaRPr lang="uk-UA" dirty="0"/>
          </a:p>
        </p:txBody>
      </p:sp>
      <p:sp>
        <p:nvSpPr>
          <p:cNvPr id="3" name="Місце для вмісту 2">
            <a:extLst>
              <a:ext uri="{FF2B5EF4-FFF2-40B4-BE49-F238E27FC236}">
                <a16:creationId xmlns:a16="http://schemas.microsoft.com/office/drawing/2014/main" id="{0134C4E9-0135-E644-E3DE-A2E768ABDACF}"/>
              </a:ext>
            </a:extLst>
          </p:cNvPr>
          <p:cNvSpPr>
            <a:spLocks noGrp="1"/>
          </p:cNvSpPr>
          <p:nvPr>
            <p:ph idx="1"/>
          </p:nvPr>
        </p:nvSpPr>
        <p:spPr/>
        <p:txBody>
          <a:bodyPr vert="horz" lIns="0" tIns="45720" rIns="0" bIns="45720" rtlCol="0" anchor="t">
            <a:normAutofit/>
          </a:bodyPr>
          <a:lstStyle/>
          <a:p>
            <a:pPr algn="just"/>
            <a:r>
              <a:rPr lang="uk-UA" dirty="0">
                <a:ea typeface="+mn-lt"/>
                <a:cs typeface="+mn-lt"/>
              </a:rPr>
              <a:t>Кажуть, що комп'ютерна програма навчається на </a:t>
            </a:r>
            <a:r>
              <a:rPr lang="uk-UA" b="1" dirty="0">
                <a:ea typeface="+mn-lt"/>
                <a:cs typeface="+mn-lt"/>
              </a:rPr>
              <a:t>досвіді </a:t>
            </a:r>
            <a:r>
              <a:rPr lang="uk-UA" b="1" i="1" dirty="0">
                <a:ea typeface="+mn-lt"/>
                <a:cs typeface="+mn-lt"/>
              </a:rPr>
              <a:t>E</a:t>
            </a:r>
            <a:r>
              <a:rPr lang="uk-UA" dirty="0">
                <a:ea typeface="+mn-lt"/>
                <a:cs typeface="+mn-lt"/>
              </a:rPr>
              <a:t> стосовно певного </a:t>
            </a:r>
            <a:r>
              <a:rPr lang="uk-UA" b="1" dirty="0">
                <a:ea typeface="+mn-lt"/>
                <a:cs typeface="+mn-lt"/>
              </a:rPr>
              <a:t>класу завдань</a:t>
            </a:r>
            <a:r>
              <a:rPr lang="uk-UA" dirty="0">
                <a:ea typeface="+mn-lt"/>
                <a:cs typeface="+mn-lt"/>
              </a:rPr>
              <a:t> </a:t>
            </a:r>
            <a:r>
              <a:rPr lang="uk-UA" b="1" i="1" dirty="0">
                <a:ea typeface="+mn-lt"/>
                <a:cs typeface="+mn-lt"/>
              </a:rPr>
              <a:t>T</a:t>
            </a:r>
            <a:r>
              <a:rPr lang="uk-UA" dirty="0">
                <a:ea typeface="+mn-lt"/>
                <a:cs typeface="+mn-lt"/>
              </a:rPr>
              <a:t> та </a:t>
            </a:r>
            <a:r>
              <a:rPr lang="uk-UA" b="1" dirty="0">
                <a:ea typeface="+mn-lt"/>
                <a:cs typeface="+mn-lt"/>
              </a:rPr>
              <a:t>показника ефективності</a:t>
            </a:r>
            <a:r>
              <a:rPr lang="uk-UA" dirty="0">
                <a:ea typeface="+mn-lt"/>
                <a:cs typeface="+mn-lt"/>
              </a:rPr>
              <a:t> </a:t>
            </a:r>
            <a:r>
              <a:rPr lang="uk-UA" b="1" i="1" dirty="0">
                <a:ea typeface="+mn-lt"/>
                <a:cs typeface="+mn-lt"/>
              </a:rPr>
              <a:t>P</a:t>
            </a:r>
            <a:r>
              <a:rPr lang="uk-UA" dirty="0">
                <a:ea typeface="+mn-lt"/>
                <a:cs typeface="+mn-lt"/>
              </a:rPr>
              <a:t>, якщо її ефективність у виконанні завдань </a:t>
            </a:r>
            <a:r>
              <a:rPr lang="uk-UA" b="1" i="1" dirty="0">
                <a:ea typeface="+mn-lt"/>
                <a:cs typeface="+mn-lt"/>
              </a:rPr>
              <a:t>T</a:t>
            </a:r>
            <a:r>
              <a:rPr lang="uk-UA" dirty="0">
                <a:ea typeface="+mn-lt"/>
                <a:cs typeface="+mn-lt"/>
              </a:rPr>
              <a:t>, виміряна за допомогою </a:t>
            </a:r>
            <a:r>
              <a:rPr lang="uk-UA" b="1" i="1" dirty="0">
                <a:ea typeface="+mn-lt"/>
                <a:cs typeface="+mn-lt"/>
              </a:rPr>
              <a:t>P</a:t>
            </a:r>
            <a:r>
              <a:rPr lang="uk-UA" dirty="0">
                <a:ea typeface="+mn-lt"/>
                <a:cs typeface="+mn-lt"/>
              </a:rPr>
              <a:t>, покращується з досвідом </a:t>
            </a:r>
            <a:r>
              <a:rPr lang="uk-UA" b="1" i="1" dirty="0">
                <a:ea typeface="+mn-lt"/>
                <a:cs typeface="+mn-lt"/>
              </a:rPr>
              <a:t>E</a:t>
            </a:r>
            <a:r>
              <a:rPr lang="uk-UA" dirty="0">
                <a:ea typeface="+mn-lt"/>
                <a:cs typeface="+mn-lt"/>
              </a:rPr>
              <a:t>.</a:t>
            </a:r>
          </a:p>
          <a:p>
            <a:pPr marL="0" indent="0" algn="just">
              <a:buNone/>
            </a:pPr>
            <a:endParaRPr lang="uk-UA" dirty="0">
              <a:ea typeface="Calibri"/>
              <a:cs typeface="Calibri"/>
            </a:endParaRPr>
          </a:p>
        </p:txBody>
      </p:sp>
    </p:spTree>
    <p:extLst>
      <p:ext uri="{BB962C8B-B14F-4D97-AF65-F5344CB8AC3E}">
        <p14:creationId xmlns:p14="http://schemas.microsoft.com/office/powerpoint/2010/main" val="21929193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36204-C85E-3864-C164-58386421621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6B4EEA-6D09-81DE-8FDC-7BD881B062D0}"/>
              </a:ext>
            </a:extLst>
          </p:cNvPr>
          <p:cNvSpPr>
            <a:spLocks noGrp="1"/>
          </p:cNvSpPr>
          <p:nvPr>
            <p:ph type="title"/>
          </p:nvPr>
        </p:nvSpPr>
        <p:spPr/>
        <p:txBody>
          <a:bodyPr>
            <a:normAutofit fontScale="90000"/>
          </a:bodyPr>
          <a:lstStyle/>
          <a:p>
            <a:br>
              <a:rPr lang="uk-UA" dirty="0">
                <a:ea typeface="Calibri Light"/>
                <a:cs typeface="Calibri Light"/>
              </a:rPr>
            </a:br>
            <a:r>
              <a:rPr lang="uk-UA">
                <a:ea typeface="Calibri Light"/>
                <a:cs typeface="Calibri Light"/>
              </a:rPr>
              <a:t>Приклад:</a:t>
            </a:r>
            <a:br>
              <a:rPr lang="uk-UA" dirty="0">
                <a:ea typeface="Calibri Light"/>
                <a:cs typeface="Calibri Light"/>
              </a:rPr>
            </a:br>
            <a:r>
              <a:rPr lang="uk-UA">
                <a:ea typeface="Calibri Light"/>
                <a:cs typeface="Calibri Light"/>
              </a:rPr>
              <a:t>Розпізнання письма </a:t>
            </a:r>
            <a:endParaRPr lang="uk-UA"/>
          </a:p>
        </p:txBody>
      </p:sp>
      <p:sp>
        <p:nvSpPr>
          <p:cNvPr id="3" name="Місце для вмісту 2">
            <a:extLst>
              <a:ext uri="{FF2B5EF4-FFF2-40B4-BE49-F238E27FC236}">
                <a16:creationId xmlns:a16="http://schemas.microsoft.com/office/drawing/2014/main" id="{5FADD76D-BCAD-4B50-0B6D-7D29343CE752}"/>
              </a:ext>
            </a:extLst>
          </p:cNvPr>
          <p:cNvSpPr>
            <a:spLocks noGrp="1"/>
          </p:cNvSpPr>
          <p:nvPr>
            <p:ph idx="1"/>
          </p:nvPr>
        </p:nvSpPr>
        <p:spPr/>
        <p:txBody>
          <a:bodyPr vert="horz" lIns="0" tIns="45720" rIns="0" bIns="45720" rtlCol="0" anchor="t">
            <a:normAutofit/>
          </a:bodyPr>
          <a:lstStyle/>
          <a:p>
            <a:pPr algn="just"/>
            <a:r>
              <a:rPr lang="uk-UA" dirty="0">
                <a:ea typeface="+mn-lt"/>
                <a:cs typeface="+mn-lt"/>
              </a:rPr>
              <a:t>• </a:t>
            </a:r>
            <a:r>
              <a:rPr lang="uk-UA" b="1" dirty="0">
                <a:ea typeface="+mn-lt"/>
                <a:cs typeface="+mn-lt"/>
              </a:rPr>
              <a:t>Завдання </a:t>
            </a:r>
            <a:r>
              <a:rPr lang="uk-UA" b="1" i="1" dirty="0">
                <a:ea typeface="+mn-lt"/>
                <a:cs typeface="+mn-lt"/>
              </a:rPr>
              <a:t>T</a:t>
            </a:r>
            <a:r>
              <a:rPr lang="uk-UA" dirty="0">
                <a:ea typeface="+mn-lt"/>
                <a:cs typeface="+mn-lt"/>
              </a:rPr>
              <a:t>: Розпізнавання та класифікація рукописних слів на зображеннях</a:t>
            </a:r>
          </a:p>
          <a:p>
            <a:pPr algn="just"/>
            <a:r>
              <a:rPr lang="uk-UA" dirty="0">
                <a:ea typeface="+mn-lt"/>
                <a:cs typeface="+mn-lt"/>
              </a:rPr>
              <a:t>• </a:t>
            </a:r>
            <a:r>
              <a:rPr lang="uk-UA" b="1" dirty="0">
                <a:ea typeface="+mn-lt"/>
                <a:cs typeface="+mn-lt"/>
              </a:rPr>
              <a:t>Продуктивність </a:t>
            </a:r>
            <a:r>
              <a:rPr lang="uk-UA" b="1" i="1" dirty="0">
                <a:ea typeface="+mn-lt"/>
                <a:cs typeface="+mn-lt"/>
              </a:rPr>
              <a:t>P</a:t>
            </a:r>
            <a:r>
              <a:rPr lang="uk-UA" dirty="0">
                <a:ea typeface="+mn-lt"/>
                <a:cs typeface="+mn-lt"/>
              </a:rPr>
              <a:t>: Відсоток правильно класифікованих слів</a:t>
            </a:r>
            <a:endParaRPr lang="uk-UA" dirty="0"/>
          </a:p>
          <a:p>
            <a:pPr algn="just"/>
            <a:r>
              <a:rPr lang="uk-UA" dirty="0">
                <a:ea typeface="+mn-lt"/>
                <a:cs typeface="+mn-lt"/>
              </a:rPr>
              <a:t>• </a:t>
            </a:r>
            <a:r>
              <a:rPr lang="uk-UA" b="1" dirty="0">
                <a:ea typeface="+mn-lt"/>
                <a:cs typeface="+mn-lt"/>
              </a:rPr>
              <a:t>Досвід навчання </a:t>
            </a:r>
            <a:r>
              <a:rPr lang="uk-UA" b="1" i="1" dirty="0">
                <a:ea typeface="+mn-lt"/>
                <a:cs typeface="+mn-lt"/>
              </a:rPr>
              <a:t>E</a:t>
            </a:r>
            <a:r>
              <a:rPr lang="uk-UA" dirty="0">
                <a:ea typeface="+mn-lt"/>
                <a:cs typeface="+mn-lt"/>
              </a:rPr>
              <a:t>: Набір даних рукописних слів із заданими класифікаціями</a:t>
            </a:r>
            <a:endParaRPr lang="uk-UA" dirty="0"/>
          </a:p>
          <a:p>
            <a:pPr marL="0" indent="0" algn="just">
              <a:buNone/>
            </a:pPr>
            <a:endParaRPr lang="uk-UA" dirty="0">
              <a:ea typeface="Calibri"/>
              <a:cs typeface="Calibri"/>
            </a:endParaRPr>
          </a:p>
          <a:p>
            <a:pPr marL="0" indent="0" algn="just">
              <a:buNone/>
            </a:pPr>
            <a:endParaRPr lang="uk-UA" dirty="0">
              <a:ea typeface="Calibri"/>
              <a:cs typeface="Calibri"/>
            </a:endParaRPr>
          </a:p>
        </p:txBody>
      </p:sp>
    </p:spTree>
    <p:extLst>
      <p:ext uri="{BB962C8B-B14F-4D97-AF65-F5344CB8AC3E}">
        <p14:creationId xmlns:p14="http://schemas.microsoft.com/office/powerpoint/2010/main" val="3996264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0746A-3F02-9EBC-6D74-A6AE409D4A57}"/>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CD3A0AD-F5BD-D8A8-9EF3-EC681C142744}"/>
              </a:ext>
            </a:extLst>
          </p:cNvPr>
          <p:cNvSpPr>
            <a:spLocks noGrp="1"/>
          </p:cNvSpPr>
          <p:nvPr>
            <p:ph type="title"/>
          </p:nvPr>
        </p:nvSpPr>
        <p:spPr/>
        <p:txBody>
          <a:bodyPr/>
          <a:lstStyle/>
          <a:p>
            <a:r>
              <a:rPr lang="uk-UA">
                <a:ea typeface="Calibri Light"/>
                <a:cs typeface="Calibri Light"/>
              </a:rPr>
              <a:t>Приклад:</a:t>
            </a:r>
            <a:br>
              <a:rPr lang="uk-UA" dirty="0">
                <a:ea typeface="Calibri Light"/>
                <a:cs typeface="Calibri Light"/>
              </a:rPr>
            </a:br>
            <a:r>
              <a:rPr lang="uk-UA">
                <a:ea typeface="Calibri Light"/>
                <a:cs typeface="Calibri Light"/>
              </a:rPr>
              <a:t>Автоматизація керування </a:t>
            </a:r>
            <a:r>
              <a:rPr lang="uk-UA" dirty="0">
                <a:ea typeface="Calibri Light"/>
                <a:cs typeface="Calibri Light"/>
              </a:rPr>
              <a:t>машиною</a:t>
            </a:r>
            <a:endParaRPr lang="uk-UA" dirty="0"/>
          </a:p>
        </p:txBody>
      </p:sp>
      <p:sp>
        <p:nvSpPr>
          <p:cNvPr id="3" name="Місце для вмісту 2">
            <a:extLst>
              <a:ext uri="{FF2B5EF4-FFF2-40B4-BE49-F238E27FC236}">
                <a16:creationId xmlns:a16="http://schemas.microsoft.com/office/drawing/2014/main" id="{C0EC73EE-42D9-C8D0-205C-7D4D96243270}"/>
              </a:ext>
            </a:extLst>
          </p:cNvPr>
          <p:cNvSpPr>
            <a:spLocks noGrp="1"/>
          </p:cNvSpPr>
          <p:nvPr>
            <p:ph idx="1"/>
          </p:nvPr>
        </p:nvSpPr>
        <p:spPr/>
        <p:txBody>
          <a:bodyPr vert="horz" lIns="0" tIns="45720" rIns="0" bIns="45720" rtlCol="0" anchor="t">
            <a:normAutofit/>
          </a:bodyPr>
          <a:lstStyle/>
          <a:p>
            <a:pPr algn="just"/>
            <a:r>
              <a:rPr lang="uk-UA">
                <a:ea typeface="+mn-lt"/>
                <a:cs typeface="+mn-lt"/>
              </a:rPr>
              <a:t>• </a:t>
            </a:r>
            <a:r>
              <a:rPr lang="uk-UA" b="1">
                <a:ea typeface="+mn-lt"/>
                <a:cs typeface="+mn-lt"/>
              </a:rPr>
              <a:t>Завдання </a:t>
            </a:r>
            <a:r>
              <a:rPr lang="uk-UA" b="1" i="1">
                <a:ea typeface="+mn-lt"/>
                <a:cs typeface="+mn-lt"/>
              </a:rPr>
              <a:t>T</a:t>
            </a:r>
            <a:r>
              <a:rPr lang="uk-UA">
                <a:ea typeface="+mn-lt"/>
                <a:cs typeface="+mn-lt"/>
              </a:rPr>
              <a:t>: Водіння по автомагістралях з використанням датчиків зору</a:t>
            </a:r>
            <a:endParaRPr lang="uk-UA"/>
          </a:p>
          <a:p>
            <a:pPr algn="just"/>
            <a:r>
              <a:rPr lang="uk-UA" dirty="0">
                <a:ea typeface="+mn-lt"/>
                <a:cs typeface="+mn-lt"/>
              </a:rPr>
              <a:t>• </a:t>
            </a:r>
            <a:r>
              <a:rPr lang="uk-UA" b="1" dirty="0">
                <a:ea typeface="+mn-lt"/>
                <a:cs typeface="+mn-lt"/>
              </a:rPr>
              <a:t>Показник ефективності </a:t>
            </a:r>
            <a:r>
              <a:rPr lang="uk-UA" b="1" i="1">
                <a:ea typeface="+mn-lt"/>
                <a:cs typeface="+mn-lt"/>
              </a:rPr>
              <a:t>P</a:t>
            </a:r>
            <a:r>
              <a:rPr lang="uk-UA">
                <a:ea typeface="+mn-lt"/>
                <a:cs typeface="+mn-lt"/>
              </a:rPr>
              <a:t>: Середня відстань, пройдена до помилки</a:t>
            </a:r>
            <a:endParaRPr lang="uk-UA"/>
          </a:p>
          <a:p>
            <a:pPr algn="just"/>
            <a:r>
              <a:rPr lang="uk-UA">
                <a:ea typeface="+mn-lt"/>
                <a:cs typeface="+mn-lt"/>
              </a:rPr>
              <a:t>• </a:t>
            </a:r>
            <a:r>
              <a:rPr lang="uk-UA" b="1">
                <a:ea typeface="+mn-lt"/>
                <a:cs typeface="+mn-lt"/>
              </a:rPr>
              <a:t>Досвід навчання </a:t>
            </a:r>
            <a:r>
              <a:rPr lang="uk-UA" b="1" i="1">
                <a:ea typeface="+mn-lt"/>
                <a:cs typeface="+mn-lt"/>
              </a:rPr>
              <a:t>E</a:t>
            </a:r>
            <a:r>
              <a:rPr lang="uk-UA">
                <a:ea typeface="+mn-lt"/>
                <a:cs typeface="+mn-lt"/>
              </a:rPr>
              <a:t>: Послідовність зображень і команд керування, записаних під час</a:t>
            </a:r>
            <a:endParaRPr lang="uk-UA"/>
          </a:p>
          <a:p>
            <a:pPr algn="just"/>
            <a:r>
              <a:rPr lang="uk-UA">
                <a:ea typeface="+mn-lt"/>
                <a:cs typeface="+mn-lt"/>
              </a:rPr>
              <a:t>спостереження за водієм-людиною</a:t>
            </a:r>
            <a:endParaRPr lang="uk-UA"/>
          </a:p>
          <a:p>
            <a:pPr marL="0" indent="0" algn="just">
              <a:buNone/>
            </a:pPr>
            <a:endParaRPr lang="uk-UA" dirty="0">
              <a:ea typeface="Calibri"/>
              <a:cs typeface="Calibri"/>
            </a:endParaRPr>
          </a:p>
        </p:txBody>
      </p:sp>
    </p:spTree>
    <p:extLst>
      <p:ext uri="{BB962C8B-B14F-4D97-AF65-F5344CB8AC3E}">
        <p14:creationId xmlns:p14="http://schemas.microsoft.com/office/powerpoint/2010/main" val="2291397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26F7B-BA40-0405-9774-03BC32EAEF63}"/>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030BF2D-A57B-3D24-BF70-2F37EF352F3E}"/>
              </a:ext>
            </a:extLst>
          </p:cNvPr>
          <p:cNvSpPr>
            <a:spLocks noGrp="1"/>
          </p:cNvSpPr>
          <p:nvPr>
            <p:ph type="title"/>
          </p:nvPr>
        </p:nvSpPr>
        <p:spPr/>
        <p:txBody>
          <a:bodyPr/>
          <a:lstStyle/>
          <a:p>
            <a:r>
              <a:rPr lang="uk-UA">
                <a:ea typeface="Calibri Light"/>
                <a:cs typeface="Calibri Light"/>
              </a:rPr>
              <a:t>Приклад:</a:t>
            </a:r>
            <a:br>
              <a:rPr lang="uk-UA" dirty="0">
                <a:ea typeface="Calibri Light"/>
                <a:cs typeface="Calibri Light"/>
              </a:rPr>
            </a:br>
            <a:r>
              <a:rPr lang="uk-UA">
                <a:ea typeface="Calibri Light"/>
                <a:cs typeface="Calibri Light"/>
              </a:rPr>
              <a:t>Гра в шахи</a:t>
            </a:r>
          </a:p>
        </p:txBody>
      </p:sp>
      <p:sp>
        <p:nvSpPr>
          <p:cNvPr id="3" name="Місце для вмісту 2">
            <a:extLst>
              <a:ext uri="{FF2B5EF4-FFF2-40B4-BE49-F238E27FC236}">
                <a16:creationId xmlns:a16="http://schemas.microsoft.com/office/drawing/2014/main" id="{BA9E0655-3AD0-C459-DB4F-BC1BFF1A6218}"/>
              </a:ext>
            </a:extLst>
          </p:cNvPr>
          <p:cNvSpPr>
            <a:spLocks noGrp="1"/>
          </p:cNvSpPr>
          <p:nvPr>
            <p:ph idx="1"/>
          </p:nvPr>
        </p:nvSpPr>
        <p:spPr/>
        <p:txBody>
          <a:bodyPr vert="horz" lIns="0" tIns="45720" rIns="0" bIns="45720" rtlCol="0" anchor="t">
            <a:normAutofit/>
          </a:bodyPr>
          <a:lstStyle/>
          <a:p>
            <a:pPr algn="just"/>
            <a:r>
              <a:rPr lang="uk-UA">
                <a:ea typeface="+mn-lt"/>
                <a:cs typeface="+mn-lt"/>
              </a:rPr>
              <a:t>• </a:t>
            </a:r>
            <a:r>
              <a:rPr lang="uk-UA" b="1">
                <a:ea typeface="+mn-lt"/>
                <a:cs typeface="+mn-lt"/>
              </a:rPr>
              <a:t>Завдання</a:t>
            </a:r>
            <a:r>
              <a:rPr lang="uk-UA" b="1" i="1">
                <a:ea typeface="+mn-lt"/>
                <a:cs typeface="+mn-lt"/>
              </a:rPr>
              <a:t> T</a:t>
            </a:r>
            <a:r>
              <a:rPr lang="uk-UA">
                <a:ea typeface="+mn-lt"/>
                <a:cs typeface="+mn-lt"/>
              </a:rPr>
              <a:t>: Гра в шахи</a:t>
            </a:r>
            <a:endParaRPr lang="uk-UA"/>
          </a:p>
          <a:p>
            <a:pPr algn="just"/>
            <a:r>
              <a:rPr lang="uk-UA">
                <a:ea typeface="+mn-lt"/>
                <a:cs typeface="+mn-lt"/>
              </a:rPr>
              <a:t>• </a:t>
            </a:r>
            <a:r>
              <a:rPr lang="uk-UA" b="1">
                <a:ea typeface="+mn-lt"/>
                <a:cs typeface="+mn-lt"/>
              </a:rPr>
              <a:t>Показник ефективності </a:t>
            </a:r>
            <a:r>
              <a:rPr lang="uk-UA" b="1" i="1">
                <a:ea typeface="+mn-lt"/>
                <a:cs typeface="+mn-lt"/>
              </a:rPr>
              <a:t>P</a:t>
            </a:r>
            <a:r>
              <a:rPr lang="uk-UA">
                <a:ea typeface="+mn-lt"/>
                <a:cs typeface="+mn-lt"/>
              </a:rPr>
              <a:t>: Відсоток виграних партій проти суперників</a:t>
            </a:r>
            <a:endParaRPr lang="uk-UA"/>
          </a:p>
          <a:p>
            <a:pPr algn="just"/>
            <a:r>
              <a:rPr lang="uk-UA">
                <a:ea typeface="+mn-lt"/>
                <a:cs typeface="+mn-lt"/>
              </a:rPr>
              <a:t>• </a:t>
            </a:r>
            <a:r>
              <a:rPr lang="uk-UA" b="1">
                <a:ea typeface="+mn-lt"/>
                <a:cs typeface="+mn-lt"/>
              </a:rPr>
              <a:t>Досвід навчання</a:t>
            </a:r>
            <a:r>
              <a:rPr lang="uk-UA" b="1" i="1">
                <a:ea typeface="+mn-lt"/>
                <a:cs typeface="+mn-lt"/>
              </a:rPr>
              <a:t> E</a:t>
            </a:r>
            <a:r>
              <a:rPr lang="uk-UA">
                <a:ea typeface="+mn-lt"/>
                <a:cs typeface="+mn-lt"/>
              </a:rPr>
              <a:t>: Гра в тренувальних партіях проти самого себе</a:t>
            </a:r>
            <a:endParaRPr lang="uk-UA"/>
          </a:p>
          <a:p>
            <a:pPr algn="just"/>
            <a:endParaRPr lang="uk-UA" dirty="0">
              <a:ea typeface="Calibri"/>
              <a:cs typeface="Calibri"/>
            </a:endParaRPr>
          </a:p>
          <a:p>
            <a:pPr marL="0" indent="0" algn="just">
              <a:buNone/>
            </a:pPr>
            <a:endParaRPr lang="uk-UA" dirty="0">
              <a:ea typeface="Calibri"/>
              <a:cs typeface="Calibri"/>
            </a:endParaRPr>
          </a:p>
        </p:txBody>
      </p:sp>
    </p:spTree>
    <p:extLst>
      <p:ext uri="{BB962C8B-B14F-4D97-AF65-F5344CB8AC3E}">
        <p14:creationId xmlns:p14="http://schemas.microsoft.com/office/powerpoint/2010/main" val="10214728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2E334-3DE0-10A5-4827-E1416733BC24}"/>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1A9E4818-35F8-536E-BCDA-3D1A34250625}"/>
              </a:ext>
            </a:extLst>
          </p:cNvPr>
          <p:cNvSpPr>
            <a:spLocks noGrp="1"/>
          </p:cNvSpPr>
          <p:nvPr>
            <p:ph type="title"/>
          </p:nvPr>
        </p:nvSpPr>
        <p:spPr/>
        <p:txBody>
          <a:bodyPr/>
          <a:lstStyle/>
          <a:p>
            <a:r>
              <a:rPr lang="uk-UA">
                <a:ea typeface="Calibri Light"/>
                <a:cs typeface="Calibri Light"/>
              </a:rPr>
              <a:t>Компоненти навчання</a:t>
            </a:r>
            <a:endParaRPr lang="uk-UA"/>
          </a:p>
        </p:txBody>
      </p:sp>
      <p:sp>
        <p:nvSpPr>
          <p:cNvPr id="3" name="Місце для вмісту 2">
            <a:extLst>
              <a:ext uri="{FF2B5EF4-FFF2-40B4-BE49-F238E27FC236}">
                <a16:creationId xmlns:a16="http://schemas.microsoft.com/office/drawing/2014/main" id="{2B4F3F9B-E0F6-B35C-813F-0670B6B3CF65}"/>
              </a:ext>
            </a:extLst>
          </p:cNvPr>
          <p:cNvSpPr>
            <a:spLocks noGrp="1"/>
          </p:cNvSpPr>
          <p:nvPr>
            <p:ph idx="1"/>
          </p:nvPr>
        </p:nvSpPr>
        <p:spPr/>
        <p:txBody>
          <a:bodyPr vert="horz" lIns="0" tIns="45720" rIns="0" bIns="45720" rtlCol="0" anchor="t">
            <a:normAutofit/>
          </a:bodyPr>
          <a:lstStyle/>
          <a:p>
            <a:pPr marL="0" indent="0" algn="just">
              <a:buNone/>
            </a:pPr>
            <a:r>
              <a:rPr lang="uk-UA">
                <a:ea typeface="+mn-lt"/>
                <a:cs typeface="+mn-lt"/>
              </a:rPr>
              <a:t>Процес навчання, незалежно від того, чи здійснюється він людиною чи машиною, можна розділити на чотири складові, а саме:</a:t>
            </a:r>
            <a:endParaRPr lang="uk-UA">
              <a:ea typeface="Calibri" panose="020F0502020204030204"/>
              <a:cs typeface="Calibri" panose="020F0502020204030204"/>
            </a:endParaRPr>
          </a:p>
          <a:p>
            <a:pPr marL="0" indent="0" algn="just">
              <a:buNone/>
            </a:pPr>
            <a:r>
              <a:rPr lang="uk-UA">
                <a:ea typeface="+mn-lt"/>
                <a:cs typeface="+mn-lt"/>
              </a:rPr>
              <a:t>• </a:t>
            </a:r>
            <a:r>
              <a:rPr lang="uk-UA" b="1">
                <a:ea typeface="+mn-lt"/>
                <a:cs typeface="+mn-lt"/>
              </a:rPr>
              <a:t>Зберігання даних (Data Storage)</a:t>
            </a:r>
          </a:p>
          <a:p>
            <a:pPr marL="0" indent="0" algn="just">
              <a:buNone/>
            </a:pPr>
            <a:r>
              <a:rPr lang="uk-UA">
                <a:ea typeface="+mn-lt"/>
                <a:cs typeface="+mn-lt"/>
              </a:rPr>
              <a:t>• </a:t>
            </a:r>
            <a:r>
              <a:rPr lang="uk-UA" b="1">
                <a:ea typeface="+mn-lt"/>
                <a:cs typeface="+mn-lt"/>
              </a:rPr>
              <a:t>Абстрагування (Abstraction)</a:t>
            </a:r>
            <a:endParaRPr lang="uk-UA" b="1"/>
          </a:p>
          <a:p>
            <a:pPr marL="0" indent="0" algn="just">
              <a:buNone/>
            </a:pPr>
            <a:r>
              <a:rPr lang="uk-UA">
                <a:ea typeface="+mn-lt"/>
                <a:cs typeface="+mn-lt"/>
              </a:rPr>
              <a:t>• </a:t>
            </a:r>
            <a:r>
              <a:rPr lang="uk-UA" b="1">
                <a:ea typeface="+mn-lt"/>
                <a:cs typeface="+mn-lt"/>
              </a:rPr>
              <a:t>Узагальнення (Generalization)</a:t>
            </a:r>
            <a:endParaRPr lang="uk-UA" b="1"/>
          </a:p>
          <a:p>
            <a:pPr marL="0" indent="0" algn="just">
              <a:buNone/>
            </a:pPr>
            <a:r>
              <a:rPr lang="uk-UA">
                <a:ea typeface="+mn-lt"/>
                <a:cs typeface="+mn-lt"/>
              </a:rPr>
              <a:t>• </a:t>
            </a:r>
            <a:r>
              <a:rPr lang="uk-UA" b="1">
                <a:ea typeface="+mn-lt"/>
                <a:cs typeface="+mn-lt"/>
              </a:rPr>
              <a:t>Оцінка (Evaluation)</a:t>
            </a:r>
            <a:endParaRPr lang="uk-UA" b="1"/>
          </a:p>
          <a:p>
            <a:pPr marL="0" indent="0" algn="just">
              <a:buNone/>
            </a:pPr>
            <a:r>
              <a:rPr lang="uk-UA">
                <a:ea typeface="+mn-lt"/>
                <a:cs typeface="+mn-lt"/>
              </a:rPr>
              <a:t>Цей список ілюструє різні складові та етапи, які входять до процесу навчання.</a:t>
            </a:r>
            <a:endParaRPr lang="uk-UA">
              <a:ea typeface="Calibri" panose="020F0502020204030204"/>
              <a:cs typeface="Calibri" panose="020F0502020204030204"/>
            </a:endParaRPr>
          </a:p>
          <a:p>
            <a:pPr algn="just">
              <a:buFont typeface="Arial" panose="020F0502020204030204" pitchFamily="34" charset="0"/>
              <a:buChar char="•"/>
            </a:pPr>
            <a:endParaRPr lang="uk-UA" dirty="0">
              <a:ea typeface="Calibri"/>
              <a:cs typeface="Calibri"/>
            </a:endParaRPr>
          </a:p>
        </p:txBody>
      </p:sp>
    </p:spTree>
    <p:extLst>
      <p:ext uri="{BB962C8B-B14F-4D97-AF65-F5344CB8AC3E}">
        <p14:creationId xmlns:p14="http://schemas.microsoft.com/office/powerpoint/2010/main" val="23317448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4A43F-81AF-1F79-0F6B-746312EC854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3F6B727-16D2-F941-14DC-6804943D4592}"/>
              </a:ext>
            </a:extLst>
          </p:cNvPr>
          <p:cNvSpPr>
            <a:spLocks noGrp="1"/>
          </p:cNvSpPr>
          <p:nvPr>
            <p:ph type="title"/>
          </p:nvPr>
        </p:nvSpPr>
        <p:spPr/>
        <p:txBody>
          <a:bodyPr/>
          <a:lstStyle/>
          <a:p>
            <a:r>
              <a:rPr lang="uk-UA">
                <a:ea typeface="Calibri Light"/>
                <a:cs typeface="Calibri Light"/>
              </a:rPr>
              <a:t>Зберігання даних</a:t>
            </a:r>
            <a:endParaRPr lang="uk-UA"/>
          </a:p>
        </p:txBody>
      </p:sp>
      <p:sp>
        <p:nvSpPr>
          <p:cNvPr id="3" name="Місце для вмісту 2">
            <a:extLst>
              <a:ext uri="{FF2B5EF4-FFF2-40B4-BE49-F238E27FC236}">
                <a16:creationId xmlns:a16="http://schemas.microsoft.com/office/drawing/2014/main" id="{61273AA8-802C-B298-F992-841527158E09}"/>
              </a:ext>
            </a:extLst>
          </p:cNvPr>
          <p:cNvSpPr>
            <a:spLocks noGrp="1"/>
          </p:cNvSpPr>
          <p:nvPr>
            <p:ph idx="1"/>
          </p:nvPr>
        </p:nvSpPr>
        <p:spPr/>
        <p:txBody>
          <a:bodyPr vert="horz" lIns="0" tIns="45720" rIns="0" bIns="45720" rtlCol="0" anchor="t">
            <a:normAutofit/>
          </a:bodyPr>
          <a:lstStyle/>
          <a:p>
            <a:pPr marL="0" indent="0" algn="just">
              <a:buNone/>
            </a:pPr>
            <a:r>
              <a:rPr lang="uk-UA">
                <a:ea typeface="+mn-lt"/>
                <a:cs typeface="+mn-lt"/>
              </a:rPr>
              <a:t>• </a:t>
            </a:r>
            <a:r>
              <a:rPr lang="uk-UA" b="1">
                <a:ea typeface="+mn-lt"/>
                <a:cs typeface="+mn-lt"/>
              </a:rPr>
              <a:t>Засоби для зберігання</a:t>
            </a:r>
            <a:r>
              <a:rPr lang="uk-UA" dirty="0">
                <a:ea typeface="+mn-lt"/>
                <a:cs typeface="+mn-lt"/>
              </a:rPr>
              <a:t> та пошуку величезних обсягів даних є важливою складовою </a:t>
            </a:r>
            <a:r>
              <a:rPr lang="uk-UA">
                <a:ea typeface="+mn-lt"/>
                <a:cs typeface="+mn-lt"/>
              </a:rPr>
              <a:t>навчального процесу.</a:t>
            </a:r>
            <a:endParaRPr lang="uk-UA"/>
          </a:p>
          <a:p>
            <a:pPr marL="0" indent="0" algn="just">
              <a:buNone/>
            </a:pPr>
            <a:r>
              <a:rPr lang="uk-UA">
                <a:ea typeface="+mn-lt"/>
                <a:cs typeface="+mn-lt"/>
              </a:rPr>
              <a:t>• Люди та комп'ютери використовують системи зберігання даних як </a:t>
            </a:r>
            <a:r>
              <a:rPr lang="uk-UA" dirty="0">
                <a:ea typeface="+mn-lt"/>
                <a:cs typeface="+mn-lt"/>
              </a:rPr>
              <a:t>основу для складного мислення.</a:t>
            </a:r>
            <a:endParaRPr lang="uk-UA">
              <a:ea typeface="Calibri"/>
              <a:cs typeface="Calibri"/>
            </a:endParaRPr>
          </a:p>
          <a:p>
            <a:pPr marL="0" indent="0" algn="just">
              <a:buNone/>
            </a:pPr>
            <a:endParaRPr lang="uk-UA" dirty="0">
              <a:ea typeface="Calibri"/>
              <a:cs typeface="Calibri"/>
            </a:endParaRPr>
          </a:p>
        </p:txBody>
      </p:sp>
    </p:spTree>
    <p:extLst>
      <p:ext uri="{BB962C8B-B14F-4D97-AF65-F5344CB8AC3E}">
        <p14:creationId xmlns:p14="http://schemas.microsoft.com/office/powerpoint/2010/main" val="2761910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EAECB-2FAC-418F-2F6A-77CF2CD01B0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4FB15CC-9675-72C9-B828-463525409AFD}"/>
              </a:ext>
            </a:extLst>
          </p:cNvPr>
          <p:cNvSpPr>
            <a:spLocks noGrp="1"/>
          </p:cNvSpPr>
          <p:nvPr>
            <p:ph type="title"/>
          </p:nvPr>
        </p:nvSpPr>
        <p:spPr/>
        <p:txBody>
          <a:bodyPr/>
          <a:lstStyle/>
          <a:p>
            <a:r>
              <a:rPr lang="uk-UA">
                <a:ea typeface="Calibri Light"/>
                <a:cs typeface="Calibri Light"/>
              </a:rPr>
              <a:t>Абстрагування</a:t>
            </a:r>
            <a:endParaRPr lang="uk-UA"/>
          </a:p>
        </p:txBody>
      </p:sp>
      <p:sp>
        <p:nvSpPr>
          <p:cNvPr id="3" name="Місце для вмісту 2">
            <a:extLst>
              <a:ext uri="{FF2B5EF4-FFF2-40B4-BE49-F238E27FC236}">
                <a16:creationId xmlns:a16="http://schemas.microsoft.com/office/drawing/2014/main" id="{0A771770-460C-9858-F6FB-B434006AB827}"/>
              </a:ext>
            </a:extLst>
          </p:cNvPr>
          <p:cNvSpPr>
            <a:spLocks noGrp="1"/>
          </p:cNvSpPr>
          <p:nvPr>
            <p:ph idx="1"/>
          </p:nvPr>
        </p:nvSpPr>
        <p:spPr/>
        <p:txBody>
          <a:bodyPr vert="horz" lIns="0" tIns="45720" rIns="0" bIns="45720" rtlCol="0" anchor="t">
            <a:normAutofit/>
          </a:bodyPr>
          <a:lstStyle/>
          <a:p>
            <a:pPr marL="0" indent="0" algn="just">
              <a:buNone/>
            </a:pPr>
            <a:r>
              <a:rPr lang="uk-UA">
                <a:ea typeface="+mn-lt"/>
                <a:cs typeface="+mn-lt"/>
              </a:rPr>
              <a:t>• </a:t>
            </a:r>
            <a:r>
              <a:rPr lang="uk-UA" b="1">
                <a:ea typeface="+mn-lt"/>
                <a:cs typeface="+mn-lt"/>
              </a:rPr>
              <a:t>Абстрагування — це процес вилучення знань із збережених даних.</a:t>
            </a:r>
            <a:endParaRPr lang="uk-UA"/>
          </a:p>
          <a:p>
            <a:pPr marL="0" indent="0" algn="just">
              <a:buNone/>
            </a:pPr>
            <a:r>
              <a:rPr lang="uk-UA">
                <a:ea typeface="+mn-lt"/>
                <a:cs typeface="+mn-lt"/>
              </a:rPr>
              <a:t>• Він передбачає створення загальних концепцій щодо даних у цілому.</a:t>
            </a:r>
            <a:endParaRPr lang="uk-UA"/>
          </a:p>
          <a:p>
            <a:pPr marL="0" indent="0" algn="just">
              <a:buNone/>
            </a:pPr>
            <a:r>
              <a:rPr lang="uk-UA">
                <a:ea typeface="+mn-lt"/>
                <a:cs typeface="+mn-lt"/>
              </a:rPr>
              <a:t>• Створення знань передбачає застосування відомих моделей та створення нових моделей.</a:t>
            </a:r>
            <a:endParaRPr lang="uk-UA"/>
          </a:p>
          <a:p>
            <a:pPr marL="0" indent="0" algn="just">
              <a:buNone/>
            </a:pPr>
            <a:r>
              <a:rPr lang="uk-UA">
                <a:ea typeface="+mn-lt"/>
                <a:cs typeface="+mn-lt"/>
              </a:rPr>
              <a:t>• </a:t>
            </a:r>
            <a:r>
              <a:rPr lang="uk-UA" b="1">
                <a:ea typeface="+mn-lt"/>
                <a:cs typeface="+mn-lt"/>
              </a:rPr>
              <a:t>Процес пристосування моделі до набору даних називається навчанням</a:t>
            </a:r>
            <a:r>
              <a:rPr lang="uk-UA">
                <a:ea typeface="+mn-lt"/>
                <a:cs typeface="+mn-lt"/>
              </a:rPr>
              <a:t>.</a:t>
            </a:r>
            <a:endParaRPr lang="uk-UA"/>
          </a:p>
          <a:p>
            <a:pPr marL="0" indent="0" algn="just">
              <a:buNone/>
            </a:pPr>
            <a:r>
              <a:rPr lang="uk-UA">
                <a:ea typeface="+mn-lt"/>
                <a:cs typeface="+mn-lt"/>
              </a:rPr>
              <a:t>• Після навчання </a:t>
            </a:r>
            <a:r>
              <a:rPr lang="uk-UA" dirty="0">
                <a:ea typeface="+mn-lt"/>
                <a:cs typeface="+mn-lt"/>
              </a:rPr>
              <a:t>моделі дані перетворюються на абстрактну форму, яка узагальнює вихідну інформацію.</a:t>
            </a:r>
            <a:endParaRPr lang="uk-UA">
              <a:ea typeface="Calibri"/>
              <a:cs typeface="Calibri"/>
            </a:endParaRPr>
          </a:p>
          <a:p>
            <a:pPr marL="0" indent="0" algn="just">
              <a:buNone/>
            </a:pPr>
            <a:endParaRPr lang="uk-UA" dirty="0">
              <a:ea typeface="Calibri"/>
              <a:cs typeface="Calibri"/>
            </a:endParaRPr>
          </a:p>
        </p:txBody>
      </p:sp>
    </p:spTree>
    <p:extLst>
      <p:ext uri="{BB962C8B-B14F-4D97-AF65-F5344CB8AC3E}">
        <p14:creationId xmlns:p14="http://schemas.microsoft.com/office/powerpoint/2010/main" val="16797834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60B2C-B948-CB71-3249-15E378FBC32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EA5F0F9-85B1-E829-483C-FC5CE80E4C2A}"/>
              </a:ext>
            </a:extLst>
          </p:cNvPr>
          <p:cNvSpPr>
            <a:spLocks noGrp="1"/>
          </p:cNvSpPr>
          <p:nvPr>
            <p:ph type="title"/>
          </p:nvPr>
        </p:nvSpPr>
        <p:spPr/>
        <p:txBody>
          <a:bodyPr/>
          <a:lstStyle/>
          <a:p>
            <a:r>
              <a:rPr lang="uk-UA">
                <a:ea typeface="Calibri Light"/>
                <a:cs typeface="Calibri Light"/>
              </a:rPr>
              <a:t>Узагальнення</a:t>
            </a:r>
            <a:endParaRPr lang="uk-UA"/>
          </a:p>
        </p:txBody>
      </p:sp>
      <p:sp>
        <p:nvSpPr>
          <p:cNvPr id="3" name="Місце для вмісту 2">
            <a:extLst>
              <a:ext uri="{FF2B5EF4-FFF2-40B4-BE49-F238E27FC236}">
                <a16:creationId xmlns:a16="http://schemas.microsoft.com/office/drawing/2014/main" id="{FA0A048F-A873-E000-D121-F87730341FBA}"/>
              </a:ext>
            </a:extLst>
          </p:cNvPr>
          <p:cNvSpPr>
            <a:spLocks noGrp="1"/>
          </p:cNvSpPr>
          <p:nvPr>
            <p:ph idx="1"/>
          </p:nvPr>
        </p:nvSpPr>
        <p:spPr/>
        <p:txBody>
          <a:bodyPr vert="horz" lIns="0" tIns="45720" rIns="0" bIns="45720" rtlCol="0" anchor="t">
            <a:normAutofit/>
          </a:bodyPr>
          <a:lstStyle/>
          <a:p>
            <a:pPr marL="0" indent="0" algn="just">
              <a:buNone/>
            </a:pPr>
            <a:r>
              <a:rPr lang="uk-UA">
                <a:ea typeface="+mn-lt"/>
                <a:cs typeface="+mn-lt"/>
              </a:rPr>
              <a:t>• </a:t>
            </a:r>
            <a:r>
              <a:rPr lang="uk-UA" b="1">
                <a:ea typeface="+mn-lt"/>
                <a:cs typeface="+mn-lt"/>
              </a:rPr>
              <a:t>Узагальнення описує процес перетворення знань про збережені дані у форму</a:t>
            </a:r>
            <a:r>
              <a:rPr lang="uk-UA" dirty="0">
                <a:ea typeface="+mn-lt"/>
                <a:cs typeface="+mn-lt"/>
              </a:rPr>
              <a:t>, яка може </a:t>
            </a:r>
            <a:r>
              <a:rPr lang="uk-UA">
                <a:ea typeface="+mn-lt"/>
                <a:cs typeface="+mn-lt"/>
              </a:rPr>
              <a:t>бути використана для майбутніх дій.</a:t>
            </a:r>
            <a:endParaRPr lang="uk-UA" dirty="0">
              <a:ea typeface="+mn-lt"/>
              <a:cs typeface="+mn-lt"/>
            </a:endParaRPr>
          </a:p>
          <a:p>
            <a:pPr marL="0" indent="0" algn="just">
              <a:buNone/>
            </a:pPr>
            <a:r>
              <a:rPr lang="uk-UA">
                <a:ea typeface="+mn-lt"/>
                <a:cs typeface="+mn-lt"/>
              </a:rPr>
              <a:t>• Ці дії повинні виконуватися над завданнями, які є </a:t>
            </a:r>
            <a:r>
              <a:rPr lang="uk-UA" dirty="0">
                <a:ea typeface="+mn-lt"/>
                <a:cs typeface="+mn-lt"/>
              </a:rPr>
              <a:t>схожими, але не ідентичними тим, що були раніше.</a:t>
            </a:r>
            <a:endParaRPr lang="uk-UA"/>
          </a:p>
          <a:p>
            <a:pPr marL="0" indent="0" algn="just">
              <a:buNone/>
            </a:pPr>
            <a:r>
              <a:rPr lang="uk-UA">
                <a:ea typeface="+mn-lt"/>
                <a:cs typeface="+mn-lt"/>
              </a:rPr>
              <a:t>• Узагальнення має на меті виявити ті </a:t>
            </a:r>
            <a:r>
              <a:rPr lang="uk-UA" dirty="0">
                <a:ea typeface="+mn-lt"/>
                <a:cs typeface="+mn-lt"/>
              </a:rPr>
              <a:t>властивості даних, які будуть найбільш релевантними для майбутніх завдань.</a:t>
            </a:r>
            <a:endParaRPr lang="uk-UA">
              <a:ea typeface="Calibri"/>
              <a:cs typeface="Calibri"/>
            </a:endParaRPr>
          </a:p>
          <a:p>
            <a:pPr marL="0" indent="0" algn="just">
              <a:buNone/>
            </a:pPr>
            <a:endParaRPr lang="uk-UA" dirty="0">
              <a:ea typeface="Calibri"/>
              <a:cs typeface="Calibri"/>
            </a:endParaRPr>
          </a:p>
        </p:txBody>
      </p:sp>
    </p:spTree>
    <p:extLst>
      <p:ext uri="{BB962C8B-B14F-4D97-AF65-F5344CB8AC3E}">
        <p14:creationId xmlns:p14="http://schemas.microsoft.com/office/powerpoint/2010/main" val="6790922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6DB6C-1A0B-9A58-658E-8E4624C9BDD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3A98E5-4262-C3F3-D5A6-1861137D9D07}"/>
              </a:ext>
            </a:extLst>
          </p:cNvPr>
          <p:cNvSpPr>
            <a:spLocks noGrp="1"/>
          </p:cNvSpPr>
          <p:nvPr>
            <p:ph type="title"/>
          </p:nvPr>
        </p:nvSpPr>
        <p:spPr/>
        <p:txBody>
          <a:bodyPr/>
          <a:lstStyle/>
          <a:p>
            <a:r>
              <a:rPr lang="uk-UA">
                <a:ea typeface="Calibri Light"/>
                <a:cs typeface="Calibri Light"/>
              </a:rPr>
              <a:t>Оцінювання</a:t>
            </a:r>
            <a:endParaRPr lang="uk-UA" dirty="0">
              <a:ea typeface="Calibri Light"/>
              <a:cs typeface="Calibri Light"/>
            </a:endParaRPr>
          </a:p>
        </p:txBody>
      </p:sp>
      <p:sp>
        <p:nvSpPr>
          <p:cNvPr id="3" name="Місце для вмісту 2">
            <a:extLst>
              <a:ext uri="{FF2B5EF4-FFF2-40B4-BE49-F238E27FC236}">
                <a16:creationId xmlns:a16="http://schemas.microsoft.com/office/drawing/2014/main" id="{7DD38E94-860E-963E-EB69-46E7EB234DB8}"/>
              </a:ext>
            </a:extLst>
          </p:cNvPr>
          <p:cNvSpPr>
            <a:spLocks noGrp="1"/>
          </p:cNvSpPr>
          <p:nvPr>
            <p:ph idx="1"/>
          </p:nvPr>
        </p:nvSpPr>
        <p:spPr/>
        <p:txBody>
          <a:bodyPr vert="horz" lIns="0" tIns="45720" rIns="0" bIns="45720" rtlCol="0" anchor="t">
            <a:normAutofit/>
          </a:bodyPr>
          <a:lstStyle/>
          <a:p>
            <a:pPr marL="0" indent="0" algn="just">
              <a:buNone/>
            </a:pPr>
            <a:r>
              <a:rPr lang="uk-UA">
                <a:ea typeface="+mn-lt"/>
                <a:cs typeface="+mn-lt"/>
              </a:rPr>
              <a:t>• Оцінювання є останньою складовою навчального процесу.</a:t>
            </a:r>
            <a:endParaRPr lang="uk-UA">
              <a:ea typeface="Calibri" panose="020F0502020204030204"/>
              <a:cs typeface="Calibri" panose="020F0502020204030204"/>
            </a:endParaRPr>
          </a:p>
          <a:p>
            <a:pPr marL="0" indent="0" algn="just">
              <a:buNone/>
            </a:pPr>
            <a:r>
              <a:rPr lang="uk-UA">
                <a:ea typeface="+mn-lt"/>
                <a:cs typeface="+mn-lt"/>
              </a:rPr>
              <a:t>• </a:t>
            </a:r>
            <a:r>
              <a:rPr lang="uk-UA" b="1">
                <a:ea typeface="+mn-lt"/>
                <a:cs typeface="+mn-lt"/>
              </a:rPr>
              <a:t>Це процес надання зворотного зв'язку користувачеві з метою оцінки корисності </a:t>
            </a:r>
            <a:r>
              <a:rPr lang="uk-UA" b="1" dirty="0">
                <a:ea typeface="+mn-lt"/>
                <a:cs typeface="+mn-lt"/>
              </a:rPr>
              <a:t>отриманих знань</a:t>
            </a:r>
            <a:r>
              <a:rPr lang="uk-UA" dirty="0">
                <a:ea typeface="+mn-lt"/>
                <a:cs typeface="+mn-lt"/>
              </a:rPr>
              <a:t>.</a:t>
            </a:r>
            <a:endParaRPr lang="uk-UA" dirty="0"/>
          </a:p>
          <a:p>
            <a:pPr marL="0" indent="0" algn="just">
              <a:buNone/>
            </a:pPr>
            <a:r>
              <a:rPr lang="uk-UA">
                <a:ea typeface="+mn-lt"/>
                <a:cs typeface="+mn-lt"/>
              </a:rPr>
              <a:t>• Цей зворотний зв'язок потім використовується для вдосконалення всього </a:t>
            </a:r>
            <a:r>
              <a:rPr lang="uk-UA" dirty="0">
                <a:ea typeface="+mn-lt"/>
                <a:cs typeface="+mn-lt"/>
              </a:rPr>
              <a:t>навчального процесу.</a:t>
            </a:r>
            <a:endParaRPr lang="uk-UA">
              <a:ea typeface="Calibri"/>
              <a:cs typeface="Calibri"/>
            </a:endParaRPr>
          </a:p>
          <a:p>
            <a:pPr marL="0" indent="0" algn="just">
              <a:buNone/>
            </a:pPr>
            <a:endParaRPr lang="uk-UA" dirty="0">
              <a:ea typeface="Calibri"/>
              <a:cs typeface="Calibri"/>
            </a:endParaRPr>
          </a:p>
        </p:txBody>
      </p:sp>
    </p:spTree>
    <p:extLst>
      <p:ext uri="{BB962C8B-B14F-4D97-AF65-F5344CB8AC3E}">
        <p14:creationId xmlns:p14="http://schemas.microsoft.com/office/powerpoint/2010/main" val="39080756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2C0B2E1-0268-42EC-ABD3-94F81A05BC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uk-UA"/>
          </a:p>
        </p:txBody>
      </p:sp>
      <p:sp>
        <p:nvSpPr>
          <p:cNvPr id="6" name="Rectangle 9">
            <a:extLst>
              <a:ext uri="{FF2B5EF4-FFF2-40B4-BE49-F238E27FC236}">
                <a16:creationId xmlns:a16="http://schemas.microsoft.com/office/drawing/2014/main" id="{7D2256B4-48EA-40FC-BBC0-AA1EE6E008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uk-UA"/>
          </a:p>
        </p:txBody>
      </p:sp>
      <p:cxnSp>
        <p:nvCxnSpPr>
          <p:cNvPr id="7" name="Straight Connector 11">
            <a:extLst>
              <a:ext uri="{FF2B5EF4-FFF2-40B4-BE49-F238E27FC236}">
                <a16:creationId xmlns:a16="http://schemas.microsoft.com/office/drawing/2014/main" id="{3D44BCCA-102D-4A9D-B1E4-2450CAF0B0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D680F2DA-90A4-7EFD-C59F-3C078519CC22}"/>
              </a:ext>
            </a:extLst>
          </p:cNvPr>
          <p:cNvSpPr>
            <a:spLocks noGrp="1"/>
          </p:cNvSpPr>
          <p:nvPr>
            <p:ph type="title"/>
          </p:nvPr>
        </p:nvSpPr>
        <p:spPr>
          <a:xfrm>
            <a:off x="1097280" y="758952"/>
            <a:ext cx="10058400" cy="3892168"/>
          </a:xfrm>
        </p:spPr>
        <p:txBody>
          <a:bodyPr vert="horz" lIns="91440" tIns="45720" rIns="91440" bIns="45720" rtlCol="0" anchor="b">
            <a:normAutofit/>
          </a:bodyPr>
          <a:lstStyle/>
          <a:p>
            <a:r>
              <a:rPr lang="en-US"/>
              <a:t>Моделі навчання</a:t>
            </a:r>
            <a:endParaRPr lang="uk-UA"/>
          </a:p>
        </p:txBody>
      </p:sp>
      <p:sp>
        <p:nvSpPr>
          <p:cNvPr id="16" name="Rectangle 15">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uk-UA"/>
          </a:p>
        </p:txBody>
      </p:sp>
      <p:sp>
        <p:nvSpPr>
          <p:cNvPr id="3" name="Місце для вмісту 2">
            <a:extLst>
              <a:ext uri="{FF2B5EF4-FFF2-40B4-BE49-F238E27FC236}">
                <a16:creationId xmlns:a16="http://schemas.microsoft.com/office/drawing/2014/main" id="{0AFFC5AE-A175-117F-9A7E-8FBDDCD28CE8}"/>
              </a:ext>
            </a:extLst>
          </p:cNvPr>
          <p:cNvSpPr>
            <a:spLocks noGrp="1"/>
          </p:cNvSpPr>
          <p:nvPr>
            <p:ph type="body" idx="1"/>
          </p:nvPr>
        </p:nvSpPr>
        <p:spPr>
          <a:xfrm>
            <a:off x="1100051" y="5225240"/>
            <a:ext cx="10058400" cy="1143000"/>
          </a:xfrm>
        </p:spPr>
        <p:txBody>
          <a:bodyPr vert="horz" lIns="91440" tIns="45720" rIns="91440" bIns="45720" rtlCol="0">
            <a:normAutofit/>
          </a:bodyPr>
          <a:lstStyle/>
          <a:p>
            <a:endParaRPr lang="en-US">
              <a:solidFill>
                <a:srgbClr val="FFFFFF"/>
              </a:solidFill>
            </a:endParaRPr>
          </a:p>
        </p:txBody>
      </p:sp>
      <p:sp>
        <p:nvSpPr>
          <p:cNvPr id="18" name="Rectangle 17">
            <a:extLst>
              <a:ext uri="{FF2B5EF4-FFF2-40B4-BE49-F238E27FC236}">
                <a16:creationId xmlns:a16="http://schemas.microsoft.com/office/drawing/2014/main" id="{1F3985C0-E548-44D2-B30E-F3E42DADE1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uk-UA"/>
          </a:p>
        </p:txBody>
      </p:sp>
    </p:spTree>
    <p:extLst>
      <p:ext uri="{BB962C8B-B14F-4D97-AF65-F5344CB8AC3E}">
        <p14:creationId xmlns:p14="http://schemas.microsoft.com/office/powerpoint/2010/main" val="4423855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5D39D-95AE-87D2-3F30-1DAD55AB436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E7ED981-333C-1C40-12B0-1A019CA3C8BB}"/>
              </a:ext>
            </a:extLst>
          </p:cNvPr>
          <p:cNvSpPr>
            <a:spLocks noGrp="1"/>
          </p:cNvSpPr>
          <p:nvPr>
            <p:ph type="title"/>
          </p:nvPr>
        </p:nvSpPr>
        <p:spPr/>
        <p:txBody>
          <a:bodyPr/>
          <a:lstStyle/>
          <a:p>
            <a:r>
              <a:rPr lang="uk-UA">
                <a:ea typeface="Calibri Light"/>
                <a:cs typeface="Calibri Light"/>
              </a:rPr>
              <a:t>Моделі навчання</a:t>
            </a:r>
            <a:endParaRPr lang="uk-UA"/>
          </a:p>
        </p:txBody>
      </p:sp>
      <p:sp>
        <p:nvSpPr>
          <p:cNvPr id="3" name="Місце для вмісту 2">
            <a:extLst>
              <a:ext uri="{FF2B5EF4-FFF2-40B4-BE49-F238E27FC236}">
                <a16:creationId xmlns:a16="http://schemas.microsoft.com/office/drawing/2014/main" id="{CEBD0E17-4333-8335-1066-B1E4607F2F54}"/>
              </a:ext>
            </a:extLst>
          </p:cNvPr>
          <p:cNvSpPr>
            <a:spLocks noGrp="1"/>
          </p:cNvSpPr>
          <p:nvPr>
            <p:ph idx="1"/>
          </p:nvPr>
        </p:nvSpPr>
        <p:spPr/>
        <p:txBody>
          <a:bodyPr vert="horz" lIns="0" tIns="45720" rIns="0" bIns="45720" rtlCol="0" anchor="t">
            <a:normAutofit/>
          </a:bodyPr>
          <a:lstStyle/>
          <a:p>
            <a:pPr marL="0" indent="0" algn="just">
              <a:buNone/>
            </a:pPr>
            <a:r>
              <a:rPr lang="uk-UA" dirty="0">
                <a:ea typeface="+mn-lt"/>
                <a:cs typeface="+mn-lt"/>
              </a:rPr>
              <a:t>Машинне навчання займається використанням правильних функцій для побудови </a:t>
            </a:r>
            <a:r>
              <a:rPr lang="uk-UA">
                <a:ea typeface="+mn-lt"/>
                <a:cs typeface="+mn-lt"/>
              </a:rPr>
              <a:t>правильних моделей, які виконують правильні завдання.</a:t>
            </a:r>
            <a:endParaRPr lang="uk-UA" dirty="0">
              <a:ea typeface="+mn-lt"/>
              <a:cs typeface="+mn-lt"/>
            </a:endParaRPr>
          </a:p>
          <a:p>
            <a:pPr marL="0" indent="0" algn="just">
              <a:buNone/>
            </a:pPr>
            <a:r>
              <a:rPr lang="uk-UA" dirty="0">
                <a:ea typeface="+mn-lt"/>
                <a:cs typeface="+mn-lt"/>
              </a:rPr>
              <a:t>Основна ідея моделей навчання </a:t>
            </a:r>
            <a:r>
              <a:rPr lang="uk-UA">
                <a:ea typeface="+mn-lt"/>
                <a:cs typeface="+mn-lt"/>
              </a:rPr>
              <a:t>поділяється на три категорії.</a:t>
            </a:r>
          </a:p>
          <a:p>
            <a:pPr marL="0" indent="0" algn="just">
              <a:buNone/>
            </a:pPr>
            <a:r>
              <a:rPr lang="uk-UA">
                <a:ea typeface="+mn-lt"/>
                <a:cs typeface="+mn-lt"/>
              </a:rPr>
              <a:t>Для заданої проблеми сукупність усіх можливих результатів представляє</a:t>
            </a:r>
          </a:p>
          <a:p>
            <a:pPr marL="0" indent="0" algn="just">
              <a:buNone/>
            </a:pPr>
            <a:r>
              <a:rPr lang="uk-UA">
                <a:ea typeface="+mn-lt"/>
                <a:cs typeface="+mn-lt"/>
              </a:rPr>
              <a:t>• </a:t>
            </a:r>
            <a:r>
              <a:rPr lang="uk-UA" b="1">
                <a:ea typeface="+mn-lt"/>
                <a:cs typeface="+mn-lt"/>
              </a:rPr>
              <a:t>простір вибірки</a:t>
            </a:r>
            <a:r>
              <a:rPr lang="uk-UA">
                <a:ea typeface="+mn-lt"/>
                <a:cs typeface="+mn-lt"/>
              </a:rPr>
              <a:t> або</a:t>
            </a:r>
            <a:endParaRPr lang="uk-UA"/>
          </a:p>
          <a:p>
            <a:pPr marL="0" indent="0" algn="just">
              <a:buNone/>
            </a:pPr>
            <a:r>
              <a:rPr lang="uk-UA">
                <a:ea typeface="+mn-lt"/>
                <a:cs typeface="+mn-lt"/>
              </a:rPr>
              <a:t>• </a:t>
            </a:r>
            <a:r>
              <a:rPr lang="uk-UA" b="1">
                <a:ea typeface="+mn-lt"/>
                <a:cs typeface="+mn-lt"/>
              </a:rPr>
              <a:t>простір екземплярів</a:t>
            </a:r>
            <a:r>
              <a:rPr lang="uk-UA">
                <a:ea typeface="+mn-lt"/>
                <a:cs typeface="+mn-lt"/>
              </a:rPr>
              <a:t>.</a:t>
            </a:r>
            <a:endParaRPr lang="uk-UA">
              <a:ea typeface="Calibri"/>
              <a:cs typeface="Calibri"/>
            </a:endParaRPr>
          </a:p>
          <a:p>
            <a:pPr marL="0" indent="0" algn="just">
              <a:buNone/>
            </a:pPr>
            <a:endParaRPr lang="uk-UA" dirty="0">
              <a:ea typeface="Calibri"/>
              <a:cs typeface="Calibri"/>
            </a:endParaRPr>
          </a:p>
        </p:txBody>
      </p:sp>
    </p:spTree>
    <p:extLst>
      <p:ext uri="{BB962C8B-B14F-4D97-AF65-F5344CB8AC3E}">
        <p14:creationId xmlns:p14="http://schemas.microsoft.com/office/powerpoint/2010/main" val="22913232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5BD08-3E39-FCD7-1634-BDBB44A5B3A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DFE4DEAE-55BC-8801-4735-F7BF7B3531AB}"/>
              </a:ext>
            </a:extLst>
          </p:cNvPr>
          <p:cNvSpPr>
            <a:spLocks noGrp="1"/>
          </p:cNvSpPr>
          <p:nvPr>
            <p:ph type="title"/>
          </p:nvPr>
        </p:nvSpPr>
        <p:spPr/>
        <p:txBody>
          <a:bodyPr/>
          <a:lstStyle/>
          <a:p>
            <a:r>
              <a:rPr lang="uk-UA">
                <a:ea typeface="Calibri Light"/>
                <a:cs typeface="Calibri Light"/>
              </a:rPr>
              <a:t>Моделі навчання</a:t>
            </a:r>
            <a:endParaRPr lang="uk-UA">
              <a:solidFill>
                <a:srgbClr val="000000"/>
              </a:solidFill>
              <a:ea typeface="Calibri Light"/>
              <a:cs typeface="Calibri Light"/>
            </a:endParaRPr>
          </a:p>
        </p:txBody>
      </p:sp>
      <p:sp>
        <p:nvSpPr>
          <p:cNvPr id="3" name="Місце для вмісту 2">
            <a:extLst>
              <a:ext uri="{FF2B5EF4-FFF2-40B4-BE49-F238E27FC236}">
                <a16:creationId xmlns:a16="http://schemas.microsoft.com/office/drawing/2014/main" id="{D525AF31-C43B-D943-BF94-54090D32D00B}"/>
              </a:ext>
            </a:extLst>
          </p:cNvPr>
          <p:cNvSpPr>
            <a:spLocks noGrp="1"/>
          </p:cNvSpPr>
          <p:nvPr>
            <p:ph idx="1"/>
          </p:nvPr>
        </p:nvSpPr>
        <p:spPr/>
        <p:txBody>
          <a:bodyPr vert="horz" lIns="0" tIns="45720" rIns="0" bIns="45720" rtlCol="0" anchor="t">
            <a:normAutofit/>
          </a:bodyPr>
          <a:lstStyle/>
          <a:p>
            <a:pPr marL="0" indent="0" algn="just">
              <a:buNone/>
            </a:pPr>
            <a:r>
              <a:rPr lang="uk-UA">
                <a:ea typeface="+mn-lt"/>
                <a:cs typeface="+mn-lt"/>
              </a:rPr>
              <a:t>• </a:t>
            </a:r>
            <a:r>
              <a:rPr lang="uk-UA" b="1">
                <a:ea typeface="+mn-lt"/>
                <a:cs typeface="+mn-lt"/>
              </a:rPr>
              <a:t>Логічні моделі</a:t>
            </a:r>
            <a:r>
              <a:rPr lang="uk-UA">
                <a:ea typeface="+mn-lt"/>
                <a:cs typeface="+mn-lt"/>
              </a:rPr>
              <a:t>. Використання логічного виразу.</a:t>
            </a:r>
            <a:endParaRPr lang="uk-UA">
              <a:ea typeface="Calibri"/>
              <a:cs typeface="Calibri"/>
            </a:endParaRPr>
          </a:p>
          <a:p>
            <a:pPr marL="0" indent="0" algn="just">
              <a:buNone/>
            </a:pPr>
            <a:r>
              <a:rPr lang="uk-UA">
                <a:ea typeface="+mn-lt"/>
                <a:cs typeface="+mn-lt"/>
              </a:rPr>
              <a:t>• </a:t>
            </a:r>
            <a:r>
              <a:rPr lang="uk-UA" b="1">
                <a:ea typeface="+mn-lt"/>
                <a:cs typeface="+mn-lt"/>
              </a:rPr>
              <a:t>Геометричні моделі</a:t>
            </a:r>
            <a:r>
              <a:rPr lang="uk-UA">
                <a:ea typeface="+mn-lt"/>
                <a:cs typeface="+mn-lt"/>
              </a:rPr>
              <a:t>. Використання геометрії простору екземплярів.</a:t>
            </a:r>
            <a:endParaRPr lang="uk-UA">
              <a:ea typeface="Calibri" panose="020F0502020204030204"/>
              <a:cs typeface="Calibri" panose="020F0502020204030204"/>
            </a:endParaRPr>
          </a:p>
          <a:p>
            <a:pPr marL="0" indent="0" algn="just">
              <a:buNone/>
            </a:pPr>
            <a:r>
              <a:rPr lang="uk-UA">
                <a:ea typeface="+mn-lt"/>
                <a:cs typeface="+mn-lt"/>
              </a:rPr>
              <a:t>• </a:t>
            </a:r>
            <a:r>
              <a:rPr lang="uk-UA" b="1">
                <a:ea typeface="+mn-lt"/>
                <a:cs typeface="+mn-lt"/>
              </a:rPr>
              <a:t>Імовірнісні моделі</a:t>
            </a:r>
            <a:r>
              <a:rPr lang="uk-UA">
                <a:ea typeface="+mn-lt"/>
                <a:cs typeface="+mn-lt"/>
              </a:rPr>
              <a:t>. Використання ймовірності для класифікації простору екземплярів.</a:t>
            </a:r>
            <a:endParaRPr lang="uk-UA" dirty="0">
              <a:ea typeface="+mn-lt"/>
              <a:cs typeface="+mn-lt"/>
            </a:endParaRPr>
          </a:p>
          <a:p>
            <a:pPr marL="0" indent="0" algn="just">
              <a:buNone/>
            </a:pPr>
            <a:r>
              <a:rPr lang="uk-UA">
                <a:ea typeface="+mn-lt"/>
                <a:cs typeface="+mn-lt"/>
              </a:rPr>
              <a:t>• </a:t>
            </a:r>
            <a:r>
              <a:rPr lang="uk-UA" b="1">
                <a:ea typeface="+mn-lt"/>
                <a:cs typeface="+mn-lt"/>
              </a:rPr>
              <a:t>Групування та класифікація</a:t>
            </a:r>
            <a:endParaRPr lang="uk-UA" b="1">
              <a:ea typeface="Calibri"/>
              <a:cs typeface="Calibri"/>
            </a:endParaRPr>
          </a:p>
          <a:p>
            <a:pPr marL="0" indent="0" algn="just">
              <a:buNone/>
            </a:pPr>
            <a:endParaRPr lang="uk-UA" dirty="0">
              <a:ea typeface="Calibri"/>
              <a:cs typeface="Calibri"/>
            </a:endParaRPr>
          </a:p>
        </p:txBody>
      </p:sp>
    </p:spTree>
    <p:extLst>
      <p:ext uri="{BB962C8B-B14F-4D97-AF65-F5344CB8AC3E}">
        <p14:creationId xmlns:p14="http://schemas.microsoft.com/office/powerpoint/2010/main" val="35220818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8FDFD-BD37-0192-EF26-502E2937910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3280013-1FB1-7390-A23B-7E33151A55BF}"/>
              </a:ext>
            </a:extLst>
          </p:cNvPr>
          <p:cNvSpPr>
            <a:spLocks noGrp="1"/>
          </p:cNvSpPr>
          <p:nvPr>
            <p:ph type="title"/>
          </p:nvPr>
        </p:nvSpPr>
        <p:spPr/>
        <p:txBody>
          <a:bodyPr>
            <a:normAutofit/>
          </a:bodyPr>
          <a:lstStyle/>
          <a:p>
            <a:r>
              <a:rPr lang="uk-UA">
                <a:ea typeface="+mj-lt"/>
                <a:cs typeface="+mj-lt"/>
              </a:rPr>
              <a:t>Логічні моделі</a:t>
            </a:r>
            <a:endParaRPr lang="uk-UA"/>
          </a:p>
        </p:txBody>
      </p:sp>
      <p:sp>
        <p:nvSpPr>
          <p:cNvPr id="3" name="Місце для вмісту 2">
            <a:extLst>
              <a:ext uri="{FF2B5EF4-FFF2-40B4-BE49-F238E27FC236}">
                <a16:creationId xmlns:a16="http://schemas.microsoft.com/office/drawing/2014/main" id="{21B4A0C0-6B3F-1FF9-74C1-D077EB27B8FB}"/>
              </a:ext>
            </a:extLst>
          </p:cNvPr>
          <p:cNvSpPr>
            <a:spLocks noGrp="1"/>
          </p:cNvSpPr>
          <p:nvPr>
            <p:ph idx="1"/>
          </p:nvPr>
        </p:nvSpPr>
        <p:spPr/>
        <p:txBody>
          <a:bodyPr vert="horz" lIns="0" tIns="45720" rIns="0" bIns="45720" rtlCol="0" anchor="t">
            <a:normAutofit/>
          </a:bodyPr>
          <a:lstStyle/>
          <a:p>
            <a:pPr marL="0" indent="0" algn="just">
              <a:buNone/>
            </a:pPr>
            <a:r>
              <a:rPr lang="uk-UA" b="1" dirty="0">
                <a:ea typeface="+mn-lt"/>
                <a:cs typeface="+mn-lt"/>
              </a:rPr>
              <a:t>Логічні моделі використовують логічний вираз для поділу простору екземплярів на сегменти</a:t>
            </a:r>
            <a:r>
              <a:rPr lang="uk-UA" dirty="0">
                <a:ea typeface="+mn-lt"/>
                <a:cs typeface="+mn-lt"/>
              </a:rPr>
              <a:t> </a:t>
            </a:r>
            <a:r>
              <a:rPr lang="uk-UA">
                <a:ea typeface="+mn-lt"/>
                <a:cs typeface="+mn-lt"/>
              </a:rPr>
              <a:t>і, отже, побудови моделей групування.</a:t>
            </a:r>
          </a:p>
          <a:p>
            <a:pPr marL="0" indent="0" algn="just">
              <a:buNone/>
            </a:pPr>
            <a:r>
              <a:rPr lang="uk-UA" b="1" dirty="0">
                <a:ea typeface="+mn-lt"/>
                <a:cs typeface="+mn-lt"/>
              </a:rPr>
              <a:t>Логічний вираз</a:t>
            </a:r>
            <a:r>
              <a:rPr lang="uk-UA" dirty="0">
                <a:ea typeface="+mn-lt"/>
                <a:cs typeface="+mn-lt"/>
              </a:rPr>
              <a:t> — це вираз, який повертає булеве значення, тобто результат </a:t>
            </a:r>
            <a:r>
              <a:rPr lang="uk-UA" b="1" i="1" dirty="0">
                <a:ea typeface="+mn-lt"/>
                <a:cs typeface="+mn-lt"/>
              </a:rPr>
              <a:t>True</a:t>
            </a:r>
            <a:r>
              <a:rPr lang="uk-UA" dirty="0">
                <a:ea typeface="+mn-lt"/>
                <a:cs typeface="+mn-lt"/>
              </a:rPr>
              <a:t> або </a:t>
            </a:r>
            <a:r>
              <a:rPr lang="uk-UA" b="1" i="1">
                <a:ea typeface="+mn-lt"/>
                <a:cs typeface="+mn-lt"/>
              </a:rPr>
              <a:t>False</a:t>
            </a:r>
            <a:r>
              <a:rPr lang="uk-UA">
                <a:ea typeface="+mn-lt"/>
                <a:cs typeface="+mn-lt"/>
              </a:rPr>
              <a:t>.</a:t>
            </a:r>
          </a:p>
          <a:p>
            <a:pPr marL="0" indent="0" algn="just">
              <a:buNone/>
            </a:pPr>
            <a:r>
              <a:rPr lang="uk-UA" b="1" dirty="0">
                <a:ea typeface="+mn-lt"/>
                <a:cs typeface="+mn-lt"/>
              </a:rPr>
              <a:t>Після групування</a:t>
            </a:r>
            <a:r>
              <a:rPr lang="uk-UA" dirty="0">
                <a:ea typeface="+mn-lt"/>
                <a:cs typeface="+mn-lt"/>
              </a:rPr>
              <a:t> даних за допомогою логічного виразу </a:t>
            </a:r>
            <a:r>
              <a:rPr lang="uk-UA" b="1" dirty="0">
                <a:ea typeface="+mn-lt"/>
                <a:cs typeface="+mn-lt"/>
              </a:rPr>
              <a:t>дані поділяються на однорідні групи </a:t>
            </a:r>
            <a:r>
              <a:rPr lang="uk-UA" b="1">
                <a:ea typeface="+mn-lt"/>
                <a:cs typeface="+mn-lt"/>
              </a:rPr>
              <a:t>для проблеми</a:t>
            </a:r>
            <a:r>
              <a:rPr lang="uk-UA">
                <a:ea typeface="+mn-lt"/>
                <a:cs typeface="+mn-lt"/>
              </a:rPr>
              <a:t>, яку ми намагаємося вирішити. Наприклад, для проблеми класифікації всі </a:t>
            </a:r>
            <a:r>
              <a:rPr lang="uk-UA" dirty="0">
                <a:ea typeface="+mn-lt"/>
                <a:cs typeface="+mn-lt"/>
              </a:rPr>
              <a:t>екземпляри в групі належать до одного класу.</a:t>
            </a:r>
            <a:endParaRPr lang="uk-UA">
              <a:ea typeface="Calibri"/>
              <a:cs typeface="Calibri"/>
            </a:endParaRPr>
          </a:p>
        </p:txBody>
      </p:sp>
    </p:spTree>
    <p:extLst>
      <p:ext uri="{BB962C8B-B14F-4D97-AF65-F5344CB8AC3E}">
        <p14:creationId xmlns:p14="http://schemas.microsoft.com/office/powerpoint/2010/main" val="40832599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8AC87-D39E-329F-4102-4CF056137587}"/>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A51542F-3CF5-FE42-2653-1BE552897899}"/>
              </a:ext>
            </a:extLst>
          </p:cNvPr>
          <p:cNvSpPr>
            <a:spLocks noGrp="1"/>
          </p:cNvSpPr>
          <p:nvPr>
            <p:ph type="title"/>
          </p:nvPr>
        </p:nvSpPr>
        <p:spPr/>
        <p:txBody>
          <a:bodyPr>
            <a:normAutofit/>
          </a:bodyPr>
          <a:lstStyle/>
          <a:p>
            <a:r>
              <a:rPr lang="uk-UA">
                <a:ea typeface="+mj-lt"/>
                <a:cs typeface="+mj-lt"/>
              </a:rPr>
              <a:t>Логічні моделі та</a:t>
            </a:r>
            <a:br>
              <a:rPr lang="uk-UA" dirty="0">
                <a:ea typeface="+mj-lt"/>
                <a:cs typeface="+mj-lt"/>
              </a:rPr>
            </a:br>
            <a:r>
              <a:rPr lang="uk-UA">
                <a:ea typeface="+mj-lt"/>
                <a:cs typeface="+mj-lt"/>
              </a:rPr>
              <a:t>концептуальне </a:t>
            </a:r>
            <a:r>
              <a:rPr lang="uk-UA" dirty="0">
                <a:ea typeface="+mj-lt"/>
                <a:cs typeface="+mj-lt"/>
              </a:rPr>
              <a:t>навчання</a:t>
            </a:r>
            <a:endParaRPr lang="uk-UA">
              <a:ea typeface="Calibri Light"/>
              <a:cs typeface="Calibri Light"/>
            </a:endParaRPr>
          </a:p>
        </p:txBody>
      </p:sp>
      <p:sp>
        <p:nvSpPr>
          <p:cNvPr id="3" name="Місце для вмісту 2">
            <a:extLst>
              <a:ext uri="{FF2B5EF4-FFF2-40B4-BE49-F238E27FC236}">
                <a16:creationId xmlns:a16="http://schemas.microsoft.com/office/drawing/2014/main" id="{DB34FC0F-C7A4-746B-F4E3-615F1BEBF490}"/>
              </a:ext>
            </a:extLst>
          </p:cNvPr>
          <p:cNvSpPr>
            <a:spLocks noGrp="1"/>
          </p:cNvSpPr>
          <p:nvPr>
            <p:ph idx="1"/>
          </p:nvPr>
        </p:nvSpPr>
        <p:spPr/>
        <p:txBody>
          <a:bodyPr vert="horz" lIns="0" tIns="45720" rIns="0" bIns="45720" rtlCol="0" anchor="t">
            <a:normAutofit/>
          </a:bodyPr>
          <a:lstStyle/>
          <a:p>
            <a:pPr marL="0" indent="0" algn="just">
              <a:buNone/>
            </a:pPr>
            <a:r>
              <a:rPr lang="uk-UA">
                <a:ea typeface="+mn-lt"/>
                <a:cs typeface="+mn-lt"/>
              </a:rPr>
              <a:t>Для кращого розуміння логічних моделей, розглянемо поняття </a:t>
            </a:r>
            <a:r>
              <a:rPr lang="uk-UA" dirty="0">
                <a:ea typeface="+mn-lt"/>
                <a:cs typeface="+mn-lt"/>
                <a:hlinkClick r:id="rId2"/>
              </a:rPr>
              <a:t>концептуального навчання</a:t>
            </a:r>
            <a:r>
              <a:rPr lang="uk-UA">
                <a:ea typeface="+mn-lt"/>
                <a:cs typeface="+mn-lt"/>
              </a:rPr>
              <a:t>.</a:t>
            </a:r>
            <a:endParaRPr lang="uk-UA" dirty="0">
              <a:ea typeface="+mn-lt"/>
              <a:cs typeface="+mn-lt"/>
            </a:endParaRPr>
          </a:p>
          <a:p>
            <a:pPr marL="0" indent="0" algn="just">
              <a:buNone/>
            </a:pPr>
            <a:r>
              <a:rPr lang="uk-UA" b="1" dirty="0">
                <a:ea typeface="+mn-lt"/>
                <a:cs typeface="+mn-lt"/>
              </a:rPr>
              <a:t>Концептуальне навчання</a:t>
            </a:r>
            <a:r>
              <a:rPr lang="uk-UA" dirty="0">
                <a:ea typeface="+mn-lt"/>
                <a:cs typeface="+mn-lt"/>
              </a:rPr>
              <a:t> передбачає вивчення логічних виразів або концептів на </a:t>
            </a:r>
            <a:r>
              <a:rPr lang="uk-UA">
                <a:ea typeface="+mn-lt"/>
                <a:cs typeface="+mn-lt"/>
              </a:rPr>
              <a:t>прикладах.</a:t>
            </a:r>
          </a:p>
          <a:p>
            <a:pPr marL="0" indent="0" algn="just">
              <a:buNone/>
            </a:pPr>
            <a:r>
              <a:rPr lang="uk-UA" dirty="0">
                <a:ea typeface="+mn-lt"/>
                <a:cs typeface="+mn-lt"/>
              </a:rPr>
              <a:t>Ідея концептуального навчання добре узгоджується з ідеєю машинного навчання, тобто </a:t>
            </a:r>
            <a:r>
              <a:rPr lang="uk-UA">
                <a:ea typeface="+mn-lt"/>
                <a:cs typeface="+mn-lt"/>
              </a:rPr>
              <a:t>виведенням загальної функції з конкретних навчальних прикладів.</a:t>
            </a:r>
          </a:p>
          <a:p>
            <a:pPr marL="0" indent="0" algn="just">
              <a:buNone/>
            </a:pPr>
            <a:r>
              <a:rPr lang="uk-UA" dirty="0">
                <a:ea typeface="+mn-lt"/>
                <a:cs typeface="+mn-lt"/>
              </a:rPr>
              <a:t>Концептуальне навчання </a:t>
            </a:r>
            <a:r>
              <a:rPr lang="uk-UA">
                <a:ea typeface="+mn-lt"/>
                <a:cs typeface="+mn-lt"/>
              </a:rPr>
              <a:t>є основою як дерево-, так і правилоорієнтованих моделей.</a:t>
            </a:r>
          </a:p>
          <a:p>
            <a:pPr marL="0" indent="0" algn="just">
              <a:buNone/>
            </a:pPr>
            <a:endParaRPr lang="uk-UA" dirty="0">
              <a:ea typeface="Calibri"/>
              <a:cs typeface="Calibri"/>
            </a:endParaRPr>
          </a:p>
        </p:txBody>
      </p:sp>
    </p:spTree>
    <p:extLst>
      <p:ext uri="{BB962C8B-B14F-4D97-AF65-F5344CB8AC3E}">
        <p14:creationId xmlns:p14="http://schemas.microsoft.com/office/powerpoint/2010/main" val="7920349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47BE7-6884-E42A-7D44-35A0BE9B76B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F92646F-12ED-B44F-5C87-7525A7AC537A}"/>
              </a:ext>
            </a:extLst>
          </p:cNvPr>
          <p:cNvSpPr>
            <a:spLocks noGrp="1"/>
          </p:cNvSpPr>
          <p:nvPr>
            <p:ph type="title"/>
          </p:nvPr>
        </p:nvSpPr>
        <p:spPr/>
        <p:txBody>
          <a:bodyPr>
            <a:normAutofit/>
          </a:bodyPr>
          <a:lstStyle/>
          <a:p>
            <a:r>
              <a:rPr lang="uk-UA">
                <a:ea typeface="+mj-lt"/>
                <a:cs typeface="+mj-lt"/>
              </a:rPr>
              <a:t>Логічні моделі та</a:t>
            </a:r>
            <a:br>
              <a:rPr lang="uk-UA" dirty="0">
                <a:ea typeface="+mj-lt"/>
                <a:cs typeface="+mj-lt"/>
              </a:rPr>
            </a:br>
            <a:r>
              <a:rPr lang="uk-UA">
                <a:ea typeface="+mj-lt"/>
                <a:cs typeface="+mj-lt"/>
              </a:rPr>
              <a:t>концептуальне </a:t>
            </a:r>
            <a:r>
              <a:rPr lang="uk-UA" dirty="0">
                <a:ea typeface="+mj-lt"/>
                <a:cs typeface="+mj-lt"/>
              </a:rPr>
              <a:t>навчання</a:t>
            </a:r>
            <a:endParaRPr lang="uk-UA">
              <a:ea typeface="Calibri Light"/>
              <a:cs typeface="Calibri Light"/>
            </a:endParaRPr>
          </a:p>
        </p:txBody>
      </p:sp>
      <p:sp>
        <p:nvSpPr>
          <p:cNvPr id="3" name="Місце для вмісту 2">
            <a:extLst>
              <a:ext uri="{FF2B5EF4-FFF2-40B4-BE49-F238E27FC236}">
                <a16:creationId xmlns:a16="http://schemas.microsoft.com/office/drawing/2014/main" id="{83017178-0B68-7DFB-BB6F-09CE743D801E}"/>
              </a:ext>
            </a:extLst>
          </p:cNvPr>
          <p:cNvSpPr>
            <a:spLocks noGrp="1"/>
          </p:cNvSpPr>
          <p:nvPr>
            <p:ph idx="1"/>
          </p:nvPr>
        </p:nvSpPr>
        <p:spPr/>
        <p:txBody>
          <a:bodyPr vert="horz" lIns="0" tIns="45720" rIns="0" bIns="45720" rtlCol="0" anchor="t">
            <a:normAutofit/>
          </a:bodyPr>
          <a:lstStyle/>
          <a:p>
            <a:pPr marL="0" indent="0" algn="just">
              <a:buNone/>
            </a:pPr>
            <a:r>
              <a:rPr lang="uk-UA" dirty="0">
                <a:ea typeface="+mn-lt"/>
                <a:cs typeface="+mn-lt"/>
              </a:rPr>
              <a:t>Концептуальне навчання передбачає </a:t>
            </a:r>
            <a:r>
              <a:rPr lang="uk-UA" b="1" dirty="0">
                <a:ea typeface="+mn-lt"/>
                <a:cs typeface="+mn-lt"/>
              </a:rPr>
              <a:t>отримання визначення загальної категорії з заданого </a:t>
            </a:r>
            <a:r>
              <a:rPr lang="uk-UA" b="1">
                <a:ea typeface="+mn-lt"/>
                <a:cs typeface="+mn-lt"/>
              </a:rPr>
              <a:t>набору позитивних і негативних навчальних прикладів цкатегорії</a:t>
            </a:r>
            <a:r>
              <a:rPr lang="uk-UA">
                <a:ea typeface="+mn-lt"/>
                <a:cs typeface="+mn-lt"/>
              </a:rPr>
              <a:t>.</a:t>
            </a:r>
          </a:p>
          <a:p>
            <a:pPr marL="0" indent="0" algn="just">
              <a:buNone/>
            </a:pPr>
            <a:r>
              <a:rPr lang="uk-UA" dirty="0">
                <a:ea typeface="+mn-lt"/>
                <a:cs typeface="+mn-lt"/>
              </a:rPr>
              <a:t>Формальне визначення концептуального навчання — </a:t>
            </a:r>
            <a:r>
              <a:rPr lang="uk-UA" b="1" dirty="0">
                <a:ea typeface="+mn-lt"/>
                <a:cs typeface="+mn-lt"/>
              </a:rPr>
              <a:t>виведення булевої функції з </a:t>
            </a:r>
            <a:r>
              <a:rPr lang="uk-UA" b="1">
                <a:ea typeface="+mn-lt"/>
                <a:cs typeface="+mn-lt"/>
              </a:rPr>
              <a:t>навчальних прикладів її вхідних і вихідних даних</a:t>
            </a:r>
            <a:r>
              <a:rPr lang="uk-UA">
                <a:ea typeface="+mn-lt"/>
                <a:cs typeface="+mn-lt"/>
              </a:rPr>
              <a:t>.</a:t>
            </a:r>
          </a:p>
          <a:p>
            <a:pPr marL="0" indent="0" algn="just">
              <a:buNone/>
            </a:pPr>
            <a:r>
              <a:rPr lang="uk-UA">
                <a:ea typeface="+mn-lt"/>
                <a:cs typeface="+mn-lt"/>
              </a:rPr>
              <a:t>У концептуальному навчанні ми </a:t>
            </a:r>
            <a:r>
              <a:rPr lang="uk-UA" dirty="0">
                <a:ea typeface="+mn-lt"/>
                <a:cs typeface="+mn-lt"/>
              </a:rPr>
              <a:t>вивчаємо лише опис позитивного класу і позначаємо все, що не відповідає цьому опису, як негативне.</a:t>
            </a:r>
            <a:endParaRPr lang="uk-UA"/>
          </a:p>
          <a:p>
            <a:pPr marL="0" indent="0" algn="just">
              <a:buNone/>
            </a:pPr>
            <a:endParaRPr lang="uk-UA" dirty="0">
              <a:ea typeface="+mn-lt"/>
              <a:cs typeface="+mn-lt"/>
            </a:endParaRPr>
          </a:p>
        </p:txBody>
      </p:sp>
    </p:spTree>
    <p:extLst>
      <p:ext uri="{BB962C8B-B14F-4D97-AF65-F5344CB8AC3E}">
        <p14:creationId xmlns:p14="http://schemas.microsoft.com/office/powerpoint/2010/main" val="39107856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30FB7-93FF-8B6A-4C6C-140E3F931F6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AB79D84-4E13-B107-24A2-EFD9F7C55031}"/>
              </a:ext>
            </a:extLst>
          </p:cNvPr>
          <p:cNvSpPr>
            <a:spLocks noGrp="1"/>
          </p:cNvSpPr>
          <p:nvPr>
            <p:ph type="title"/>
          </p:nvPr>
        </p:nvSpPr>
        <p:spPr/>
        <p:txBody>
          <a:bodyPr>
            <a:normAutofit/>
          </a:bodyPr>
          <a:lstStyle/>
          <a:p>
            <a:r>
              <a:rPr lang="uk-UA">
                <a:ea typeface="+mj-lt"/>
                <a:cs typeface="+mj-lt"/>
              </a:rPr>
              <a:t>Логічні моделі та</a:t>
            </a:r>
            <a:br>
              <a:rPr lang="uk-UA" dirty="0">
                <a:ea typeface="+mj-lt"/>
                <a:cs typeface="+mj-lt"/>
              </a:rPr>
            </a:br>
            <a:r>
              <a:rPr lang="uk-UA">
                <a:ea typeface="+mj-lt"/>
                <a:cs typeface="+mj-lt"/>
              </a:rPr>
              <a:t>концептуальне </a:t>
            </a:r>
            <a:r>
              <a:rPr lang="uk-UA" dirty="0">
                <a:ea typeface="+mj-lt"/>
                <a:cs typeface="+mj-lt"/>
              </a:rPr>
              <a:t>навчання</a:t>
            </a:r>
            <a:endParaRPr lang="uk-UA">
              <a:ea typeface="Calibri Light"/>
              <a:cs typeface="Calibri Light"/>
            </a:endParaRPr>
          </a:p>
        </p:txBody>
      </p:sp>
      <p:graphicFrame>
        <p:nvGraphicFramePr>
          <p:cNvPr id="4" name="Місце для вмісту 3">
            <a:extLst>
              <a:ext uri="{FF2B5EF4-FFF2-40B4-BE49-F238E27FC236}">
                <a16:creationId xmlns:a16="http://schemas.microsoft.com/office/drawing/2014/main" id="{E9912805-0FB3-41D1-66EE-CA5265301EA6}"/>
              </a:ext>
            </a:extLst>
          </p:cNvPr>
          <p:cNvGraphicFramePr>
            <a:graphicFrameLocks noGrp="1"/>
          </p:cNvGraphicFramePr>
          <p:nvPr>
            <p:ph idx="1"/>
            <p:extLst>
              <p:ext uri="{D42A27DB-BD31-4B8C-83A1-F6EECF244321}">
                <p14:modId xmlns:p14="http://schemas.microsoft.com/office/powerpoint/2010/main" val="2594851763"/>
              </p:ext>
            </p:extLst>
          </p:nvPr>
        </p:nvGraphicFramePr>
        <p:xfrm>
          <a:off x="1205820" y="1846263"/>
          <a:ext cx="9198421" cy="2966711"/>
        </p:xfrm>
        <a:graphic>
          <a:graphicData uri="http://schemas.openxmlformats.org/drawingml/2006/table">
            <a:tbl>
              <a:tblPr firstRow="1" bandRow="1">
                <a:tableStyleId>{9DCAF9ED-07DC-4A11-8D7F-57B35C25682E}</a:tableStyleId>
              </a:tblPr>
              <a:tblGrid>
                <a:gridCol w="620484">
                  <a:extLst>
                    <a:ext uri="{9D8B030D-6E8A-4147-A177-3AD203B41FA5}">
                      <a16:colId xmlns:a16="http://schemas.microsoft.com/office/drawing/2014/main" val="1275476263"/>
                    </a:ext>
                  </a:extLst>
                </a:gridCol>
                <a:gridCol w="1208314">
                  <a:extLst>
                    <a:ext uri="{9D8B030D-6E8A-4147-A177-3AD203B41FA5}">
                      <a16:colId xmlns:a16="http://schemas.microsoft.com/office/drawing/2014/main" val="1999932625"/>
                    </a:ext>
                  </a:extLst>
                </a:gridCol>
                <a:gridCol w="1230082">
                  <a:extLst>
                    <a:ext uri="{9D8B030D-6E8A-4147-A177-3AD203B41FA5}">
                      <a16:colId xmlns:a16="http://schemas.microsoft.com/office/drawing/2014/main" val="2389198308"/>
                    </a:ext>
                  </a:extLst>
                </a:gridCol>
                <a:gridCol w="2090057">
                  <a:extLst>
                    <a:ext uri="{9D8B030D-6E8A-4147-A177-3AD203B41FA5}">
                      <a16:colId xmlns:a16="http://schemas.microsoft.com/office/drawing/2014/main" val="3079251167"/>
                    </a:ext>
                  </a:extLst>
                </a:gridCol>
                <a:gridCol w="2503713">
                  <a:extLst>
                    <a:ext uri="{9D8B030D-6E8A-4147-A177-3AD203B41FA5}">
                      <a16:colId xmlns:a16="http://schemas.microsoft.com/office/drawing/2014/main" val="1864327777"/>
                    </a:ext>
                  </a:extLst>
                </a:gridCol>
                <a:gridCol w="1545771">
                  <a:extLst>
                    <a:ext uri="{9D8B030D-6E8A-4147-A177-3AD203B41FA5}">
                      <a16:colId xmlns:a16="http://schemas.microsoft.com/office/drawing/2014/main" val="2042213026"/>
                    </a:ext>
                  </a:extLst>
                </a:gridCol>
              </a:tblGrid>
              <a:tr h="370840">
                <a:tc>
                  <a:txBody>
                    <a:bodyPr/>
                    <a:lstStyle/>
                    <a:p>
                      <a:r>
                        <a:rPr lang="uk-UA"/>
                        <a:t>№</a:t>
                      </a:r>
                    </a:p>
                  </a:txBody>
                  <a:tcPr/>
                </a:tc>
                <a:tc>
                  <a:txBody>
                    <a:bodyPr/>
                    <a:lstStyle/>
                    <a:p>
                      <a:r>
                        <a:rPr lang="uk-UA"/>
                        <a:t>Вік</a:t>
                      </a:r>
                      <a:endParaRPr lang="uk-UA" dirty="0"/>
                    </a:p>
                  </a:txBody>
                  <a:tcPr/>
                </a:tc>
                <a:tc>
                  <a:txBody>
                    <a:bodyPr/>
                    <a:lstStyle/>
                    <a:p>
                      <a:pPr lvl="0">
                        <a:buNone/>
                      </a:pPr>
                      <a:r>
                        <a:rPr lang="uk-UA" sz="1800" u="none" strike="noStrike" noProof="0">
                          <a:solidFill>
                            <a:srgbClr val="FFFFFF"/>
                          </a:solidFill>
                        </a:rPr>
                        <a:t>Адреса</a:t>
                      </a:r>
                    </a:p>
                  </a:txBody>
                  <a:tcPr/>
                </a:tc>
                <a:tc>
                  <a:txBody>
                    <a:bodyPr/>
                    <a:lstStyle/>
                    <a:p>
                      <a:pPr lvl="0">
                        <a:buNone/>
                      </a:pPr>
                      <a:r>
                        <a:rPr lang="uk-UA" sz="1800" u="none" strike="noStrike" noProof="0">
                          <a:solidFill>
                            <a:srgbClr val="FFFFFF"/>
                          </a:solidFill>
                        </a:rPr>
                        <a:t>ЧастотаТранзакцій</a:t>
                      </a:r>
                    </a:p>
                  </a:txBody>
                  <a:tcPr/>
                </a:tc>
                <a:tc>
                  <a:txBody>
                    <a:bodyPr/>
                    <a:lstStyle/>
                    <a:p>
                      <a:pPr lvl="0">
                        <a:buNone/>
                      </a:pPr>
                      <a:r>
                        <a:rPr lang="uk-UA" sz="1800" u="none" strike="noStrike" noProof="0">
                          <a:solidFill>
                            <a:srgbClr val="FFFFFF"/>
                          </a:solidFill>
                        </a:rPr>
                        <a:t>ЧасМіжТранзакціями</a:t>
                      </a:r>
                      <a:endParaRPr lang="uk-UA"/>
                    </a:p>
                  </a:txBody>
                  <a:tcPr/>
                </a:tc>
                <a:tc>
                  <a:txBody>
                    <a:bodyPr/>
                    <a:lstStyle/>
                    <a:p>
                      <a:r>
                        <a:rPr lang="uk-UA"/>
                        <a:t>Шахрайство</a:t>
                      </a:r>
                      <a:endParaRPr lang="uk-UA" dirty="0"/>
                    </a:p>
                  </a:txBody>
                  <a:tcPr/>
                </a:tc>
                <a:extLst>
                  <a:ext uri="{0D108BD9-81ED-4DB2-BD59-A6C34878D82A}">
                    <a16:rowId xmlns:a16="http://schemas.microsoft.com/office/drawing/2014/main" val="1838667265"/>
                  </a:ext>
                </a:extLst>
              </a:tr>
              <a:tr h="370840">
                <a:tc>
                  <a:txBody>
                    <a:bodyPr/>
                    <a:lstStyle/>
                    <a:p>
                      <a:r>
                        <a:rPr lang="uk-UA" b="1" dirty="0"/>
                        <a:t>1</a:t>
                      </a:r>
                    </a:p>
                  </a:txBody>
                  <a:tcPr/>
                </a:tc>
                <a:tc>
                  <a:txBody>
                    <a:bodyPr/>
                    <a:lstStyle/>
                    <a:p>
                      <a:r>
                        <a:rPr lang="uk-UA"/>
                        <a:t>A1Value1</a:t>
                      </a:r>
                    </a:p>
                  </a:txBody>
                  <a:tcPr/>
                </a:tc>
                <a:tc>
                  <a:txBody>
                    <a:bodyPr/>
                    <a:lstStyle/>
                    <a:p>
                      <a:r>
                        <a:rPr lang="uk-UA"/>
                        <a:t>A2Value1</a:t>
                      </a:r>
                    </a:p>
                  </a:txBody>
                  <a:tcPr/>
                </a:tc>
                <a:tc>
                  <a:txBody>
                    <a:bodyPr/>
                    <a:lstStyle/>
                    <a:p>
                      <a:pPr lvl="0">
                        <a:buNone/>
                      </a:pPr>
                      <a:r>
                        <a:rPr lang="uk-UA" sz="1800" u="none" strike="noStrike" noProof="0">
                          <a:solidFill>
                            <a:srgbClr val="000000"/>
                          </a:solidFill>
                        </a:rPr>
                        <a:t>A3Value1</a:t>
                      </a:r>
                      <a:endParaRPr lang="uk-UA"/>
                    </a:p>
                  </a:txBody>
                  <a:tcPr/>
                </a:tc>
                <a:tc>
                  <a:txBody>
                    <a:bodyPr/>
                    <a:lstStyle/>
                    <a:p>
                      <a:pPr lvl="0">
                        <a:buNone/>
                      </a:pPr>
                      <a:r>
                        <a:rPr lang="uk-UA" sz="1800" u="none" strike="noStrike" noProof="0">
                          <a:solidFill>
                            <a:srgbClr val="000000"/>
                          </a:solidFill>
                        </a:rPr>
                        <a:t>A4Value1</a:t>
                      </a:r>
                      <a:endParaRPr lang="uk-UA"/>
                    </a:p>
                  </a:txBody>
                  <a:tcPr/>
                </a:tc>
                <a:tc>
                  <a:txBody>
                    <a:bodyPr/>
                    <a:lstStyle/>
                    <a:p>
                      <a:r>
                        <a:rPr lang="uk-UA"/>
                        <a:t>True</a:t>
                      </a:r>
                    </a:p>
                  </a:txBody>
                  <a:tcPr/>
                </a:tc>
                <a:extLst>
                  <a:ext uri="{0D108BD9-81ED-4DB2-BD59-A6C34878D82A}">
                    <a16:rowId xmlns:a16="http://schemas.microsoft.com/office/drawing/2014/main" val="2806755239"/>
                  </a:ext>
                </a:extLst>
              </a:tr>
              <a:tr h="370840">
                <a:tc>
                  <a:txBody>
                    <a:bodyPr/>
                    <a:lstStyle/>
                    <a:p>
                      <a:r>
                        <a:rPr lang="uk-UA" b="1" dirty="0"/>
                        <a:t>2</a:t>
                      </a:r>
                    </a:p>
                  </a:txBody>
                  <a:tcPr/>
                </a:tc>
                <a:tc>
                  <a:txBody>
                    <a:bodyPr/>
                    <a:lstStyle/>
                    <a:p>
                      <a:pPr lvl="0">
                        <a:buNone/>
                      </a:pPr>
                      <a:r>
                        <a:rPr lang="uk-UA"/>
                        <a:t>A1Value2</a:t>
                      </a:r>
                    </a:p>
                  </a:txBody>
                  <a:tcPr/>
                </a:tc>
                <a:tc>
                  <a:txBody>
                    <a:bodyPr/>
                    <a:lstStyle/>
                    <a:p>
                      <a:pPr lvl="0">
                        <a:buNone/>
                      </a:pPr>
                      <a:r>
                        <a:rPr lang="uk-UA"/>
                        <a:t>A2Value2</a:t>
                      </a:r>
                    </a:p>
                  </a:txBody>
                  <a:tcPr/>
                </a:tc>
                <a:tc>
                  <a:txBody>
                    <a:bodyPr/>
                    <a:lstStyle/>
                    <a:p>
                      <a:pPr lvl="0">
                        <a:buNone/>
                      </a:pPr>
                      <a:r>
                        <a:rPr lang="uk-UA" sz="1800" u="none" strike="noStrike" noProof="0">
                          <a:solidFill>
                            <a:srgbClr val="000000"/>
                          </a:solidFill>
                        </a:rPr>
                        <a:t>A3Value2</a:t>
                      </a:r>
                      <a:endParaRPr lang="uk-UA"/>
                    </a:p>
                  </a:txBody>
                  <a:tcPr/>
                </a:tc>
                <a:tc>
                  <a:txBody>
                    <a:bodyPr/>
                    <a:lstStyle/>
                    <a:p>
                      <a:pPr lvl="0">
                        <a:buNone/>
                      </a:pPr>
                      <a:r>
                        <a:rPr lang="uk-UA" sz="1800" u="none" strike="noStrike" noProof="0">
                          <a:solidFill>
                            <a:srgbClr val="000000"/>
                          </a:solidFill>
                        </a:rPr>
                        <a:t>A4Value2</a:t>
                      </a:r>
                      <a:endParaRPr lang="uk-UA"/>
                    </a:p>
                  </a:txBody>
                  <a:tcPr/>
                </a:tc>
                <a:tc>
                  <a:txBody>
                    <a:bodyPr/>
                    <a:lstStyle/>
                    <a:p>
                      <a:pPr lvl="0">
                        <a:buNone/>
                      </a:pPr>
                      <a:r>
                        <a:rPr lang="uk-UA"/>
                        <a:t>False</a:t>
                      </a:r>
                    </a:p>
                  </a:txBody>
                  <a:tcPr/>
                </a:tc>
                <a:extLst>
                  <a:ext uri="{0D108BD9-81ED-4DB2-BD59-A6C34878D82A}">
                    <a16:rowId xmlns:a16="http://schemas.microsoft.com/office/drawing/2014/main" val="3243746825"/>
                  </a:ext>
                </a:extLst>
              </a:tr>
              <a:tr h="370839">
                <a:tc>
                  <a:txBody>
                    <a:bodyPr/>
                    <a:lstStyle/>
                    <a:p>
                      <a:pPr lvl="0">
                        <a:buNone/>
                      </a:pPr>
                      <a:r>
                        <a:rPr lang="uk-UA" b="1" dirty="0"/>
                        <a:t>3</a:t>
                      </a:r>
                    </a:p>
                  </a:txBody>
                  <a:tcPr/>
                </a:tc>
                <a:tc>
                  <a:txBody>
                    <a:bodyPr/>
                    <a:lstStyle/>
                    <a:p>
                      <a:pPr lvl="0">
                        <a:buNone/>
                      </a:pPr>
                      <a:r>
                        <a:rPr lang="uk-UA"/>
                        <a:t>A1Value3</a:t>
                      </a:r>
                    </a:p>
                  </a:txBody>
                  <a:tcPr/>
                </a:tc>
                <a:tc>
                  <a:txBody>
                    <a:bodyPr/>
                    <a:lstStyle/>
                    <a:p>
                      <a:pPr lvl="0">
                        <a:buNone/>
                      </a:pPr>
                      <a:r>
                        <a:rPr lang="uk-UA"/>
                        <a:t>A2Value3</a:t>
                      </a:r>
                    </a:p>
                  </a:txBody>
                  <a:tcPr/>
                </a:tc>
                <a:tc>
                  <a:txBody>
                    <a:bodyPr/>
                    <a:lstStyle/>
                    <a:p>
                      <a:pPr lvl="0">
                        <a:buNone/>
                      </a:pPr>
                      <a:r>
                        <a:rPr lang="uk-UA" sz="1800" u="none" strike="noStrike" noProof="0">
                          <a:solidFill>
                            <a:srgbClr val="000000"/>
                          </a:solidFill>
                        </a:rPr>
                        <a:t>A3Value3</a:t>
                      </a:r>
                      <a:endParaRPr lang="uk-UA"/>
                    </a:p>
                  </a:txBody>
                  <a:tcPr/>
                </a:tc>
                <a:tc>
                  <a:txBody>
                    <a:bodyPr/>
                    <a:lstStyle/>
                    <a:p>
                      <a:pPr lvl="0">
                        <a:buNone/>
                      </a:pPr>
                      <a:r>
                        <a:rPr lang="uk-UA" sz="1800" u="none" strike="noStrike" noProof="0">
                          <a:solidFill>
                            <a:srgbClr val="000000"/>
                          </a:solidFill>
                        </a:rPr>
                        <a:t>A4Value3</a:t>
                      </a:r>
                      <a:endParaRPr lang="uk-UA"/>
                    </a:p>
                  </a:txBody>
                  <a:tcPr/>
                </a:tc>
                <a:tc>
                  <a:txBody>
                    <a:bodyPr/>
                    <a:lstStyle/>
                    <a:p>
                      <a:pPr lvl="0">
                        <a:buNone/>
                      </a:pPr>
                      <a:r>
                        <a:rPr lang="uk-UA"/>
                        <a:t>True</a:t>
                      </a:r>
                    </a:p>
                  </a:txBody>
                  <a:tcPr/>
                </a:tc>
                <a:extLst>
                  <a:ext uri="{0D108BD9-81ED-4DB2-BD59-A6C34878D82A}">
                    <a16:rowId xmlns:a16="http://schemas.microsoft.com/office/drawing/2014/main" val="4092752839"/>
                  </a:ext>
                </a:extLst>
              </a:tr>
              <a:tr h="370838">
                <a:tc>
                  <a:txBody>
                    <a:bodyPr/>
                    <a:lstStyle/>
                    <a:p>
                      <a:pPr lvl="0">
                        <a:buNone/>
                      </a:pPr>
                      <a:r>
                        <a:rPr lang="uk-UA" b="1" dirty="0"/>
                        <a:t>4</a:t>
                      </a:r>
                    </a:p>
                  </a:txBody>
                  <a:tcPr/>
                </a:tc>
                <a:tc>
                  <a:txBody>
                    <a:bodyPr/>
                    <a:lstStyle/>
                    <a:p>
                      <a:pPr lvl="0">
                        <a:buNone/>
                      </a:pPr>
                      <a:r>
                        <a:rPr lang="uk-UA"/>
                        <a:t>A1Value4</a:t>
                      </a:r>
                    </a:p>
                  </a:txBody>
                  <a:tcPr/>
                </a:tc>
                <a:tc>
                  <a:txBody>
                    <a:bodyPr/>
                    <a:lstStyle/>
                    <a:p>
                      <a:pPr lvl="0">
                        <a:buNone/>
                      </a:pPr>
                      <a:r>
                        <a:rPr lang="uk-UA"/>
                        <a:t>A2Value4</a:t>
                      </a:r>
                    </a:p>
                  </a:txBody>
                  <a:tcPr/>
                </a:tc>
                <a:tc>
                  <a:txBody>
                    <a:bodyPr/>
                    <a:lstStyle/>
                    <a:p>
                      <a:pPr lvl="0">
                        <a:buNone/>
                      </a:pPr>
                      <a:r>
                        <a:rPr lang="uk-UA" sz="1800" u="none" strike="noStrike" noProof="0">
                          <a:solidFill>
                            <a:srgbClr val="000000"/>
                          </a:solidFill>
                        </a:rPr>
                        <a:t>A3Value4</a:t>
                      </a:r>
                      <a:endParaRPr lang="uk-UA"/>
                    </a:p>
                  </a:txBody>
                  <a:tcPr/>
                </a:tc>
                <a:tc>
                  <a:txBody>
                    <a:bodyPr/>
                    <a:lstStyle/>
                    <a:p>
                      <a:pPr lvl="0">
                        <a:buNone/>
                      </a:pPr>
                      <a:r>
                        <a:rPr lang="uk-UA" sz="1800" u="none" strike="noStrike" noProof="0">
                          <a:solidFill>
                            <a:srgbClr val="000000"/>
                          </a:solidFill>
                        </a:rPr>
                        <a:t>A4Value4</a:t>
                      </a:r>
                      <a:endParaRPr lang="uk-UA"/>
                    </a:p>
                  </a:txBody>
                  <a:tcPr/>
                </a:tc>
                <a:tc>
                  <a:txBody>
                    <a:bodyPr/>
                    <a:lstStyle/>
                    <a:p>
                      <a:pPr lvl="0">
                        <a:buNone/>
                      </a:pPr>
                      <a:r>
                        <a:rPr lang="uk-UA"/>
                        <a:t>True</a:t>
                      </a:r>
                    </a:p>
                  </a:txBody>
                  <a:tcPr/>
                </a:tc>
                <a:extLst>
                  <a:ext uri="{0D108BD9-81ED-4DB2-BD59-A6C34878D82A}">
                    <a16:rowId xmlns:a16="http://schemas.microsoft.com/office/drawing/2014/main" val="2247531508"/>
                  </a:ext>
                </a:extLst>
              </a:tr>
              <a:tr h="370838">
                <a:tc>
                  <a:txBody>
                    <a:bodyPr/>
                    <a:lstStyle/>
                    <a:p>
                      <a:pPr lvl="0">
                        <a:buNone/>
                      </a:pPr>
                      <a:r>
                        <a:rPr lang="uk-UA" b="1" dirty="0"/>
                        <a:t>5</a:t>
                      </a:r>
                    </a:p>
                  </a:txBody>
                  <a:tcPr/>
                </a:tc>
                <a:tc>
                  <a:txBody>
                    <a:bodyPr/>
                    <a:lstStyle/>
                    <a:p>
                      <a:pPr lvl="0">
                        <a:buNone/>
                      </a:pPr>
                      <a:r>
                        <a:rPr lang="uk-UA"/>
                        <a:t>A1Value5</a:t>
                      </a:r>
                    </a:p>
                  </a:txBody>
                  <a:tcPr/>
                </a:tc>
                <a:tc>
                  <a:txBody>
                    <a:bodyPr/>
                    <a:lstStyle/>
                    <a:p>
                      <a:pPr lvl="0">
                        <a:buNone/>
                      </a:pPr>
                      <a:r>
                        <a:rPr lang="uk-UA"/>
                        <a:t>A2Value5</a:t>
                      </a:r>
                    </a:p>
                  </a:txBody>
                  <a:tcPr/>
                </a:tc>
                <a:tc>
                  <a:txBody>
                    <a:bodyPr/>
                    <a:lstStyle/>
                    <a:p>
                      <a:pPr lvl="0">
                        <a:buNone/>
                      </a:pPr>
                      <a:r>
                        <a:rPr lang="uk-UA" sz="1800" u="none" strike="noStrike" noProof="0">
                          <a:solidFill>
                            <a:srgbClr val="000000"/>
                          </a:solidFill>
                        </a:rPr>
                        <a:t>A3Value5</a:t>
                      </a:r>
                      <a:endParaRPr lang="uk-UA"/>
                    </a:p>
                  </a:txBody>
                  <a:tcPr/>
                </a:tc>
                <a:tc>
                  <a:txBody>
                    <a:bodyPr/>
                    <a:lstStyle/>
                    <a:p>
                      <a:pPr lvl="0">
                        <a:buNone/>
                      </a:pPr>
                      <a:r>
                        <a:rPr lang="uk-UA" sz="1800" u="none" strike="noStrike" noProof="0">
                          <a:solidFill>
                            <a:srgbClr val="000000"/>
                          </a:solidFill>
                        </a:rPr>
                        <a:t>A4Value5</a:t>
                      </a:r>
                      <a:endParaRPr lang="uk-UA"/>
                    </a:p>
                  </a:txBody>
                  <a:tcPr/>
                </a:tc>
                <a:tc>
                  <a:txBody>
                    <a:bodyPr/>
                    <a:lstStyle/>
                    <a:p>
                      <a:pPr lvl="0">
                        <a:buNone/>
                      </a:pPr>
                      <a:r>
                        <a:rPr lang="uk-UA"/>
                        <a:t>True</a:t>
                      </a:r>
                    </a:p>
                  </a:txBody>
                  <a:tcPr/>
                </a:tc>
                <a:extLst>
                  <a:ext uri="{0D108BD9-81ED-4DB2-BD59-A6C34878D82A}">
                    <a16:rowId xmlns:a16="http://schemas.microsoft.com/office/drawing/2014/main" val="545813722"/>
                  </a:ext>
                </a:extLst>
              </a:tr>
              <a:tr h="370838">
                <a:tc>
                  <a:txBody>
                    <a:bodyPr/>
                    <a:lstStyle/>
                    <a:p>
                      <a:pPr lvl="0">
                        <a:buNone/>
                      </a:pPr>
                      <a:r>
                        <a:rPr lang="uk-UA" b="1" dirty="0"/>
                        <a:t>6</a:t>
                      </a:r>
                    </a:p>
                  </a:txBody>
                  <a:tcPr/>
                </a:tc>
                <a:tc>
                  <a:txBody>
                    <a:bodyPr/>
                    <a:lstStyle/>
                    <a:p>
                      <a:pPr lvl="0">
                        <a:buNone/>
                      </a:pPr>
                      <a:r>
                        <a:rPr lang="uk-UA"/>
                        <a:t>A1Value6</a:t>
                      </a:r>
                    </a:p>
                  </a:txBody>
                  <a:tcPr/>
                </a:tc>
                <a:tc>
                  <a:txBody>
                    <a:bodyPr/>
                    <a:lstStyle/>
                    <a:p>
                      <a:pPr lvl="0">
                        <a:buNone/>
                      </a:pPr>
                      <a:r>
                        <a:rPr lang="uk-UA"/>
                        <a:t>A2Value6</a:t>
                      </a:r>
                    </a:p>
                  </a:txBody>
                  <a:tcPr/>
                </a:tc>
                <a:tc>
                  <a:txBody>
                    <a:bodyPr/>
                    <a:lstStyle/>
                    <a:p>
                      <a:pPr lvl="0">
                        <a:buNone/>
                      </a:pPr>
                      <a:r>
                        <a:rPr lang="uk-UA" sz="1800" u="none" strike="noStrike" noProof="0">
                          <a:solidFill>
                            <a:srgbClr val="000000"/>
                          </a:solidFill>
                        </a:rPr>
                        <a:t>A3Value6</a:t>
                      </a:r>
                      <a:endParaRPr lang="uk-UA"/>
                    </a:p>
                  </a:txBody>
                  <a:tcPr/>
                </a:tc>
                <a:tc>
                  <a:txBody>
                    <a:bodyPr/>
                    <a:lstStyle/>
                    <a:p>
                      <a:pPr lvl="0">
                        <a:buNone/>
                      </a:pPr>
                      <a:r>
                        <a:rPr lang="uk-UA" sz="1800" u="none" strike="noStrike" noProof="0">
                          <a:solidFill>
                            <a:srgbClr val="000000"/>
                          </a:solidFill>
                        </a:rPr>
                        <a:t>A4Value6</a:t>
                      </a:r>
                      <a:endParaRPr lang="uk-UA"/>
                    </a:p>
                  </a:txBody>
                  <a:tcPr/>
                </a:tc>
                <a:tc>
                  <a:txBody>
                    <a:bodyPr/>
                    <a:lstStyle/>
                    <a:p>
                      <a:pPr lvl="0">
                        <a:buNone/>
                      </a:pPr>
                      <a:r>
                        <a:rPr lang="uk-UA"/>
                        <a:t>False</a:t>
                      </a:r>
                    </a:p>
                  </a:txBody>
                  <a:tcPr/>
                </a:tc>
                <a:extLst>
                  <a:ext uri="{0D108BD9-81ED-4DB2-BD59-A6C34878D82A}">
                    <a16:rowId xmlns:a16="http://schemas.microsoft.com/office/drawing/2014/main" val="1318928359"/>
                  </a:ext>
                </a:extLst>
              </a:tr>
              <a:tr h="370838">
                <a:tc>
                  <a:txBody>
                    <a:bodyPr/>
                    <a:lstStyle/>
                    <a:p>
                      <a:pPr lvl="0">
                        <a:buNone/>
                      </a:pPr>
                      <a:r>
                        <a:rPr lang="uk-UA" dirty="0"/>
                        <a:t>...</a:t>
                      </a:r>
                    </a:p>
                  </a:txBody>
                  <a:tcPr/>
                </a:tc>
                <a:tc>
                  <a:txBody>
                    <a:bodyPr/>
                    <a:lstStyle/>
                    <a:p>
                      <a:pPr lvl="0">
                        <a:buNone/>
                      </a:pPr>
                      <a:r>
                        <a:rPr lang="uk-UA" dirty="0"/>
                        <a:t>...</a:t>
                      </a:r>
                    </a:p>
                  </a:txBody>
                  <a:tcPr/>
                </a:tc>
                <a:tc>
                  <a:txBody>
                    <a:bodyPr/>
                    <a:lstStyle/>
                    <a:p>
                      <a:pPr lvl="0">
                        <a:buNone/>
                      </a:pPr>
                      <a:r>
                        <a:rPr lang="uk-UA" dirty="0"/>
                        <a:t>...</a:t>
                      </a:r>
                    </a:p>
                  </a:txBody>
                  <a:tcPr/>
                </a:tc>
                <a:tc>
                  <a:txBody>
                    <a:bodyPr/>
                    <a:lstStyle/>
                    <a:p>
                      <a:pPr lvl="0">
                        <a:buNone/>
                      </a:pPr>
                      <a:r>
                        <a:rPr lang="uk-UA" dirty="0"/>
                        <a:t>...</a:t>
                      </a:r>
                    </a:p>
                  </a:txBody>
                  <a:tcPr/>
                </a:tc>
                <a:tc>
                  <a:txBody>
                    <a:bodyPr/>
                    <a:lstStyle/>
                    <a:p>
                      <a:pPr lvl="0">
                        <a:buNone/>
                      </a:pPr>
                      <a:r>
                        <a:rPr lang="uk-UA" dirty="0"/>
                        <a:t>...</a:t>
                      </a:r>
                    </a:p>
                  </a:txBody>
                  <a:tcPr/>
                </a:tc>
                <a:tc>
                  <a:txBody>
                    <a:bodyPr/>
                    <a:lstStyle/>
                    <a:p>
                      <a:pPr lvl="0">
                        <a:buNone/>
                      </a:pPr>
                      <a:r>
                        <a:rPr lang="uk-UA" dirty="0"/>
                        <a:t>..</a:t>
                      </a:r>
                    </a:p>
                  </a:txBody>
                  <a:tcPr/>
                </a:tc>
                <a:extLst>
                  <a:ext uri="{0D108BD9-81ED-4DB2-BD59-A6C34878D82A}">
                    <a16:rowId xmlns:a16="http://schemas.microsoft.com/office/drawing/2014/main" val="271002159"/>
                  </a:ext>
                </a:extLst>
              </a:tr>
            </a:tbl>
          </a:graphicData>
        </a:graphic>
      </p:graphicFrame>
    </p:spTree>
    <p:extLst>
      <p:ext uri="{BB962C8B-B14F-4D97-AF65-F5344CB8AC3E}">
        <p14:creationId xmlns:p14="http://schemas.microsoft.com/office/powerpoint/2010/main" val="14486930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64235-D6A2-5F9B-5CBB-474F4DD050D3}"/>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F0B29ECB-6F51-7642-0177-D6712FFEEEAA}"/>
              </a:ext>
            </a:extLst>
          </p:cNvPr>
          <p:cNvSpPr>
            <a:spLocks noGrp="1"/>
          </p:cNvSpPr>
          <p:nvPr>
            <p:ph type="title"/>
          </p:nvPr>
        </p:nvSpPr>
        <p:spPr/>
        <p:txBody>
          <a:bodyPr>
            <a:normAutofit/>
          </a:bodyPr>
          <a:lstStyle/>
          <a:p>
            <a:r>
              <a:rPr lang="uk-UA">
                <a:ea typeface="+mj-lt"/>
                <a:cs typeface="+mj-lt"/>
              </a:rPr>
              <a:t>Логічні моделі та</a:t>
            </a:r>
            <a:br>
              <a:rPr lang="uk-UA" dirty="0">
                <a:ea typeface="+mj-lt"/>
                <a:cs typeface="+mj-lt"/>
              </a:rPr>
            </a:br>
            <a:r>
              <a:rPr lang="uk-UA">
                <a:ea typeface="+mj-lt"/>
                <a:cs typeface="+mj-lt"/>
              </a:rPr>
              <a:t>концептуальне </a:t>
            </a:r>
            <a:r>
              <a:rPr lang="uk-UA" dirty="0">
                <a:ea typeface="+mj-lt"/>
                <a:cs typeface="+mj-lt"/>
              </a:rPr>
              <a:t>навчання</a:t>
            </a:r>
            <a:endParaRPr lang="uk-UA">
              <a:ea typeface="Calibri Light"/>
              <a:cs typeface="Calibri Light"/>
            </a:endParaRPr>
          </a:p>
        </p:txBody>
      </p:sp>
      <p:sp>
        <p:nvSpPr>
          <p:cNvPr id="3" name="Місце для вмісту 2">
            <a:extLst>
              <a:ext uri="{FF2B5EF4-FFF2-40B4-BE49-F238E27FC236}">
                <a16:creationId xmlns:a16="http://schemas.microsoft.com/office/drawing/2014/main" id="{732C5775-2B2F-DA6C-D5C0-34CFFB40995B}"/>
              </a:ext>
            </a:extLst>
          </p:cNvPr>
          <p:cNvSpPr>
            <a:spLocks noGrp="1"/>
          </p:cNvSpPr>
          <p:nvPr>
            <p:ph idx="1"/>
          </p:nvPr>
        </p:nvSpPr>
        <p:spPr/>
        <p:txBody>
          <a:bodyPr vert="horz" lIns="0" tIns="45720" rIns="0" bIns="45720" rtlCol="0" anchor="t">
            <a:normAutofit/>
          </a:bodyPr>
          <a:lstStyle/>
          <a:p>
            <a:pPr marL="0" indent="0" algn="just">
              <a:buNone/>
            </a:pPr>
            <a:r>
              <a:rPr lang="uk-UA">
                <a:ea typeface="+mn-lt"/>
                <a:cs typeface="+mn-lt"/>
              </a:rPr>
              <a:t>Завдання з вивчення концепції під назвою «Concept» (тут «</a:t>
            </a:r>
            <a:r>
              <a:rPr lang="uk-UA" i="1">
                <a:ea typeface="+mn-lt"/>
                <a:cs typeface="+mn-lt"/>
              </a:rPr>
              <a:t>Шахрайство</a:t>
            </a:r>
            <a:r>
              <a:rPr lang="uk-UA">
                <a:ea typeface="+mn-lt"/>
                <a:cs typeface="+mn-lt"/>
              </a:rPr>
              <a:t>»), як показано вище, визначається набором даних з деяких прикладів.</a:t>
            </a:r>
            <a:endParaRPr lang="uk-UA" dirty="0">
              <a:ea typeface="+mn-lt"/>
              <a:cs typeface="+mn-lt"/>
            </a:endParaRPr>
          </a:p>
          <a:p>
            <a:pPr marL="0" indent="0" algn="just">
              <a:buNone/>
            </a:pPr>
            <a:r>
              <a:rPr lang="uk-UA" dirty="0">
                <a:ea typeface="+mn-lt"/>
                <a:cs typeface="+mn-lt"/>
              </a:rPr>
              <a:t>Кожен набір даних описується атрибутами. Завдання полягає в тому, щоб навчитися прогнозувати значення «</a:t>
            </a:r>
            <a:r>
              <a:rPr lang="uk-UA" i="1" dirty="0">
                <a:ea typeface="+mn-lt"/>
                <a:cs typeface="+mn-lt"/>
              </a:rPr>
              <a:t>Шахрайство</a:t>
            </a:r>
            <a:r>
              <a:rPr lang="uk-UA" dirty="0">
                <a:ea typeface="+mn-lt"/>
                <a:cs typeface="+mn-lt"/>
              </a:rPr>
              <a:t>» для довільного дня на основі значень його </a:t>
            </a:r>
            <a:r>
              <a:rPr lang="uk-UA">
                <a:ea typeface="+mn-lt"/>
                <a:cs typeface="+mn-lt"/>
              </a:rPr>
              <a:t>атрибутів.</a:t>
            </a:r>
          </a:p>
          <a:p>
            <a:pPr marL="0" indent="0" algn="just">
              <a:buNone/>
            </a:pPr>
            <a:r>
              <a:rPr lang="uk-UA" dirty="0">
                <a:ea typeface="+mn-lt"/>
                <a:cs typeface="+mn-lt"/>
              </a:rPr>
              <a:t>Проблема може бути представлена серією гіпотез. Кожна гіпотеза описується сукупністю </a:t>
            </a:r>
            <a:r>
              <a:rPr lang="uk-UA">
                <a:ea typeface="+mn-lt"/>
                <a:cs typeface="+mn-lt"/>
              </a:rPr>
              <a:t>обмежень на атрибути.</a:t>
            </a:r>
          </a:p>
          <a:p>
            <a:pPr marL="0" indent="0" algn="just">
              <a:buNone/>
            </a:pPr>
            <a:r>
              <a:rPr lang="uk-UA">
                <a:ea typeface="+mn-lt"/>
                <a:cs typeface="+mn-lt"/>
              </a:rPr>
              <a:t>Гіпотези опрацьовуються різними алгоритмами, наприклад </a:t>
            </a:r>
            <a:r>
              <a:rPr lang="uk-UA" dirty="0">
                <a:ea typeface="+mn-lt"/>
                <a:cs typeface="+mn-lt"/>
                <a:hlinkClick r:id="rId2"/>
              </a:rPr>
              <a:t>Алгоритм усунення кандидатів</a:t>
            </a:r>
            <a:r>
              <a:rPr lang="uk-UA" dirty="0">
                <a:ea typeface="+mn-lt"/>
                <a:cs typeface="+mn-lt"/>
              </a:rPr>
              <a:t> </a:t>
            </a:r>
            <a:r>
              <a:rPr lang="uk-UA">
                <a:ea typeface="+mn-lt"/>
                <a:cs typeface="+mn-lt"/>
              </a:rPr>
              <a:t>(Candidate Elimination Algorithm)</a:t>
            </a:r>
            <a:endParaRPr lang="uk-UA" dirty="0">
              <a:ea typeface="+mn-lt"/>
              <a:cs typeface="+mn-lt"/>
            </a:endParaRPr>
          </a:p>
        </p:txBody>
      </p:sp>
    </p:spTree>
    <p:extLst>
      <p:ext uri="{BB962C8B-B14F-4D97-AF65-F5344CB8AC3E}">
        <p14:creationId xmlns:p14="http://schemas.microsoft.com/office/powerpoint/2010/main" val="22803425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6AB17-864A-F380-F97B-A4599D590FB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03E38AE-F981-58A6-11C2-94512D796D7C}"/>
              </a:ext>
            </a:extLst>
          </p:cNvPr>
          <p:cNvSpPr>
            <a:spLocks noGrp="1"/>
          </p:cNvSpPr>
          <p:nvPr>
            <p:ph type="title"/>
          </p:nvPr>
        </p:nvSpPr>
        <p:spPr/>
        <p:txBody>
          <a:bodyPr>
            <a:normAutofit/>
          </a:bodyPr>
          <a:lstStyle/>
          <a:p>
            <a:r>
              <a:rPr lang="uk-UA">
                <a:ea typeface="+mj-lt"/>
                <a:cs typeface="+mj-lt"/>
              </a:rPr>
              <a:t>Логічні моделі та</a:t>
            </a:r>
            <a:br>
              <a:rPr lang="uk-UA" dirty="0">
                <a:ea typeface="+mj-lt"/>
                <a:cs typeface="+mj-lt"/>
              </a:rPr>
            </a:br>
            <a:r>
              <a:rPr lang="uk-UA">
                <a:ea typeface="+mj-lt"/>
                <a:cs typeface="+mj-lt"/>
              </a:rPr>
              <a:t>концептуальне </a:t>
            </a:r>
            <a:r>
              <a:rPr lang="uk-UA" dirty="0">
                <a:ea typeface="+mj-lt"/>
                <a:cs typeface="+mj-lt"/>
              </a:rPr>
              <a:t>навчання</a:t>
            </a:r>
            <a:endParaRPr lang="uk-UA">
              <a:ea typeface="Calibri Light"/>
              <a:cs typeface="Calibri Light"/>
            </a:endParaRPr>
          </a:p>
        </p:txBody>
      </p:sp>
      <p:sp>
        <p:nvSpPr>
          <p:cNvPr id="3" name="Місце для вмісту 2">
            <a:extLst>
              <a:ext uri="{FF2B5EF4-FFF2-40B4-BE49-F238E27FC236}">
                <a16:creationId xmlns:a16="http://schemas.microsoft.com/office/drawing/2014/main" id="{30AA8CB9-B9EE-C09A-E537-BE2BAA604D03}"/>
              </a:ext>
            </a:extLst>
          </p:cNvPr>
          <p:cNvSpPr>
            <a:spLocks noGrp="1"/>
          </p:cNvSpPr>
          <p:nvPr>
            <p:ph idx="1"/>
          </p:nvPr>
        </p:nvSpPr>
        <p:spPr/>
        <p:txBody>
          <a:bodyPr vert="horz" lIns="0" tIns="45720" rIns="0" bIns="45720" rtlCol="0" anchor="t">
            <a:normAutofit/>
          </a:bodyPr>
          <a:lstStyle/>
          <a:p>
            <a:pPr marL="0" indent="0" algn="just">
              <a:buNone/>
            </a:pPr>
            <a:r>
              <a:rPr lang="uk-UA" dirty="0">
                <a:ea typeface="+mn-lt"/>
                <a:cs typeface="+mn-lt"/>
              </a:rPr>
              <a:t>Дані для навчання представляють набір позитивних і негативних </a:t>
            </a:r>
            <a:r>
              <a:rPr lang="uk-UA">
                <a:ea typeface="+mn-lt"/>
                <a:cs typeface="+mn-lt"/>
              </a:rPr>
              <a:t>прикладів цільової функції.</a:t>
            </a:r>
            <a:endParaRPr lang="uk-UA"/>
          </a:p>
          <a:p>
            <a:pPr marL="0" indent="0" algn="just">
              <a:buNone/>
            </a:pPr>
            <a:r>
              <a:rPr lang="uk-UA" dirty="0">
                <a:ea typeface="+mn-lt"/>
                <a:cs typeface="+mn-lt"/>
              </a:rPr>
              <a:t>У наведеному вище прикладі кожна гіпотеза є вектором із шести обмежень, що визначають значення шести атрибутів – </a:t>
            </a:r>
            <a:r>
              <a:rPr lang="uk-UA" i="1">
                <a:ea typeface="+mn-lt"/>
                <a:cs typeface="+mn-lt"/>
              </a:rPr>
              <a:t>Вік, Адреса, ЧастотаТранзакцій, ЧасМіжТранзакціями</a:t>
            </a:r>
            <a:r>
              <a:rPr lang="uk-UA">
                <a:ea typeface="+mn-lt"/>
                <a:cs typeface="+mn-lt"/>
              </a:rPr>
              <a:t>.</a:t>
            </a:r>
          </a:p>
          <a:p>
            <a:pPr marL="0" indent="0" algn="just">
              <a:buNone/>
            </a:pPr>
            <a:r>
              <a:rPr lang="uk-UA">
                <a:ea typeface="+mn-lt"/>
                <a:cs typeface="+mn-lt"/>
              </a:rPr>
              <a:t>Фаза </a:t>
            </a:r>
            <a:r>
              <a:rPr lang="uk-UA" dirty="0">
                <a:ea typeface="+mn-lt"/>
                <a:cs typeface="+mn-lt"/>
              </a:rPr>
              <a:t>навчання передбачає вивчення набору днів (як сукупності атрибутів), для яких </a:t>
            </a:r>
            <a:r>
              <a:rPr lang="uk-UA" i="1" dirty="0">
                <a:ea typeface="+mn-lt"/>
                <a:cs typeface="+mn-lt"/>
              </a:rPr>
              <a:t>Шахрайство</a:t>
            </a:r>
            <a:r>
              <a:rPr lang="uk-UA" dirty="0">
                <a:ea typeface="+mn-lt"/>
                <a:cs typeface="+mn-lt"/>
              </a:rPr>
              <a:t> = True.</a:t>
            </a:r>
            <a:endParaRPr lang="uk-UA">
              <a:ea typeface="Calibri"/>
              <a:cs typeface="Calibri"/>
            </a:endParaRPr>
          </a:p>
          <a:p>
            <a:pPr marL="0" indent="0" algn="just">
              <a:buNone/>
            </a:pPr>
            <a:endParaRPr lang="uk-UA" dirty="0">
              <a:ea typeface="+mn-lt"/>
              <a:cs typeface="+mn-lt"/>
            </a:endParaRPr>
          </a:p>
        </p:txBody>
      </p:sp>
    </p:spTree>
    <p:extLst>
      <p:ext uri="{BB962C8B-B14F-4D97-AF65-F5344CB8AC3E}">
        <p14:creationId xmlns:p14="http://schemas.microsoft.com/office/powerpoint/2010/main" val="18524497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24CF9-5287-4877-F75A-C7FBC8DA71E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1DA307-79E5-DD7A-7CFC-3F99550FC73D}"/>
              </a:ext>
            </a:extLst>
          </p:cNvPr>
          <p:cNvSpPr>
            <a:spLocks noGrp="1"/>
          </p:cNvSpPr>
          <p:nvPr>
            <p:ph type="title"/>
          </p:nvPr>
        </p:nvSpPr>
        <p:spPr/>
        <p:txBody>
          <a:bodyPr>
            <a:normAutofit/>
          </a:bodyPr>
          <a:lstStyle/>
          <a:p>
            <a:r>
              <a:rPr lang="uk-UA">
                <a:ea typeface="+mj-lt"/>
                <a:cs typeface="+mj-lt"/>
              </a:rPr>
              <a:t>Логічні моделі та</a:t>
            </a:r>
            <a:br>
              <a:rPr lang="uk-UA" dirty="0">
                <a:ea typeface="+mj-lt"/>
                <a:cs typeface="+mj-lt"/>
              </a:rPr>
            </a:br>
            <a:r>
              <a:rPr lang="uk-UA">
                <a:ea typeface="+mj-lt"/>
                <a:cs typeface="+mj-lt"/>
              </a:rPr>
              <a:t>концептуальне </a:t>
            </a:r>
            <a:r>
              <a:rPr lang="uk-UA" dirty="0">
                <a:ea typeface="+mj-lt"/>
                <a:cs typeface="+mj-lt"/>
              </a:rPr>
              <a:t>навчання</a:t>
            </a:r>
            <a:endParaRPr lang="uk-UA">
              <a:ea typeface="Calibri Light"/>
              <a:cs typeface="Calibri Light"/>
            </a:endParaRPr>
          </a:p>
        </p:txBody>
      </p:sp>
      <p:sp>
        <p:nvSpPr>
          <p:cNvPr id="3" name="Місце для вмісту 2">
            <a:extLst>
              <a:ext uri="{FF2B5EF4-FFF2-40B4-BE49-F238E27FC236}">
                <a16:creationId xmlns:a16="http://schemas.microsoft.com/office/drawing/2014/main" id="{4415C3F1-AC3A-2614-5756-3B36FE0C4A0C}"/>
              </a:ext>
            </a:extLst>
          </p:cNvPr>
          <p:cNvSpPr>
            <a:spLocks noGrp="1"/>
          </p:cNvSpPr>
          <p:nvPr>
            <p:ph idx="1"/>
          </p:nvPr>
        </p:nvSpPr>
        <p:spPr/>
        <p:txBody>
          <a:bodyPr vert="horz" lIns="0" tIns="45720" rIns="0" bIns="45720" rtlCol="0" anchor="t">
            <a:normAutofit/>
          </a:bodyPr>
          <a:lstStyle/>
          <a:p>
            <a:pPr marL="0" indent="0" algn="just">
              <a:lnSpc>
                <a:spcPct val="70000"/>
              </a:lnSpc>
              <a:buNone/>
            </a:pPr>
            <a:r>
              <a:rPr lang="uk-UA">
                <a:ea typeface="+mn-lt"/>
                <a:cs typeface="+mn-lt"/>
              </a:rPr>
              <a:t>Таким чином, проблему можна сформулювати так:</a:t>
            </a:r>
            <a:endParaRPr lang="uk-UA"/>
          </a:p>
          <a:p>
            <a:pPr marL="0" indent="0" algn="just">
              <a:lnSpc>
                <a:spcPct val="70000"/>
              </a:lnSpc>
              <a:buNone/>
            </a:pPr>
            <a:r>
              <a:rPr lang="uk-UA">
                <a:ea typeface="+mn-lt"/>
                <a:cs typeface="+mn-lt"/>
              </a:rPr>
              <a:t>• Дано випадки </a:t>
            </a:r>
            <a:r>
              <a:rPr lang="uk-UA" b="1" i="1">
                <a:ea typeface="+mn-lt"/>
                <a:cs typeface="+mn-lt"/>
              </a:rPr>
              <a:t>X</a:t>
            </a:r>
            <a:r>
              <a:rPr lang="uk-UA">
                <a:ea typeface="+mn-lt"/>
                <a:cs typeface="+mn-lt"/>
              </a:rPr>
              <a:t>, які представляють набір усіх можливих днів, кожен з яких описується такими атрибутами: </a:t>
            </a:r>
            <a:r>
              <a:rPr lang="uk-UA" i="1">
                <a:ea typeface="+mn-lt"/>
                <a:cs typeface="+mn-lt"/>
              </a:rPr>
              <a:t>Вік, Адреса, ЧастотаТранзакцій, ЧасМіжТранзакціями</a:t>
            </a:r>
            <a:endParaRPr lang="uk-UA">
              <a:ea typeface="Calibri" panose="020F0502020204030204"/>
              <a:cs typeface="Calibri" panose="020F0502020204030204"/>
            </a:endParaRPr>
          </a:p>
          <a:p>
            <a:pPr marL="0" indent="0" algn="just">
              <a:lnSpc>
                <a:spcPct val="70000"/>
              </a:lnSpc>
              <a:buNone/>
            </a:pPr>
            <a:r>
              <a:rPr lang="uk-UA">
                <a:ea typeface="+mn-lt"/>
                <a:cs typeface="+mn-lt"/>
              </a:rPr>
              <a:t>• Необхідно визначити функцію, яка може передбачити цільову змінну «</a:t>
            </a:r>
            <a:r>
              <a:rPr lang="uk-UA" i="1" dirty="0">
                <a:ea typeface="+mn-lt"/>
                <a:cs typeface="+mn-lt"/>
              </a:rPr>
              <a:t>Шахрайство</a:t>
            </a:r>
            <a:r>
              <a:rPr lang="uk-UA" dirty="0">
                <a:ea typeface="+mn-lt"/>
                <a:cs typeface="+mn-lt"/>
              </a:rPr>
              <a:t>» як </a:t>
            </a:r>
            <a:r>
              <a:rPr lang="uk-UA">
                <a:ea typeface="+mn-lt"/>
                <a:cs typeface="+mn-lt"/>
              </a:rPr>
              <a:t>«</a:t>
            </a:r>
            <a:r>
              <a:rPr lang="uk-UA" b="1" i="1">
                <a:ea typeface="+mn-lt"/>
                <a:cs typeface="+mn-lt"/>
              </a:rPr>
              <a:t>True/False</a:t>
            </a:r>
            <a:r>
              <a:rPr lang="uk-UA">
                <a:ea typeface="+mn-lt"/>
                <a:cs typeface="+mn-lt"/>
              </a:rPr>
              <a:t>».</a:t>
            </a:r>
            <a:endParaRPr lang="uk-UA" dirty="0">
              <a:ea typeface="Calibri" panose="020F0502020204030204"/>
              <a:cs typeface="Calibri" panose="020F0502020204030204"/>
            </a:endParaRPr>
          </a:p>
          <a:p>
            <a:pPr marL="0" indent="0" algn="just">
              <a:buNone/>
            </a:pPr>
            <a:endParaRPr lang="uk-UA" dirty="0">
              <a:ea typeface="+mn-lt"/>
              <a:cs typeface="+mn-lt"/>
            </a:endParaRPr>
          </a:p>
        </p:txBody>
      </p:sp>
    </p:spTree>
    <p:extLst>
      <p:ext uri="{BB962C8B-B14F-4D97-AF65-F5344CB8AC3E}">
        <p14:creationId xmlns:p14="http://schemas.microsoft.com/office/powerpoint/2010/main" val="1586429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14376-6812-8B96-477E-47003648CCB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3A0F7E9A-9CDD-0C9E-8228-4B41AE5FCE4F}"/>
              </a:ext>
            </a:extLst>
          </p:cNvPr>
          <p:cNvSpPr>
            <a:spLocks noGrp="1"/>
          </p:cNvSpPr>
          <p:nvPr>
            <p:ph type="title"/>
          </p:nvPr>
        </p:nvSpPr>
        <p:spPr/>
        <p:txBody>
          <a:bodyPr>
            <a:normAutofit/>
          </a:bodyPr>
          <a:lstStyle/>
          <a:p>
            <a:r>
              <a:rPr lang="uk-UA">
                <a:ea typeface="+mj-lt"/>
                <a:cs typeface="+mj-lt"/>
              </a:rPr>
              <a:t>Геометричні моделі</a:t>
            </a:r>
            <a:endParaRPr lang="uk-UA">
              <a:ea typeface="Calibri Light"/>
              <a:cs typeface="Calibri Light"/>
            </a:endParaRPr>
          </a:p>
        </p:txBody>
      </p:sp>
      <p:sp>
        <p:nvSpPr>
          <p:cNvPr id="3" name="Місце для вмісту 2">
            <a:extLst>
              <a:ext uri="{FF2B5EF4-FFF2-40B4-BE49-F238E27FC236}">
                <a16:creationId xmlns:a16="http://schemas.microsoft.com/office/drawing/2014/main" id="{165F3581-21A2-1C95-8131-257E35919F2F}"/>
              </a:ext>
            </a:extLst>
          </p:cNvPr>
          <p:cNvSpPr>
            <a:spLocks noGrp="1"/>
          </p:cNvSpPr>
          <p:nvPr>
            <p:ph idx="1"/>
          </p:nvPr>
        </p:nvSpPr>
        <p:spPr/>
        <p:txBody>
          <a:bodyPr vert="horz" lIns="0" tIns="45720" rIns="0" bIns="45720" rtlCol="0" anchor="t">
            <a:normAutofit/>
          </a:bodyPr>
          <a:lstStyle/>
          <a:p>
            <a:pPr marL="0" indent="0" algn="just">
              <a:lnSpc>
                <a:spcPct val="70000"/>
              </a:lnSpc>
              <a:buNone/>
            </a:pPr>
            <a:r>
              <a:rPr lang="uk-UA" dirty="0">
                <a:ea typeface="+mn-lt"/>
                <a:cs typeface="+mn-lt"/>
              </a:rPr>
              <a:t>Тепер розглянемо моделі, які </a:t>
            </a:r>
            <a:r>
              <a:rPr lang="uk-UA" b="1" dirty="0">
                <a:ea typeface="+mn-lt"/>
                <a:cs typeface="+mn-lt"/>
              </a:rPr>
              <a:t>визначають схожість, враховуючи геометрію простору </a:t>
            </a:r>
            <a:r>
              <a:rPr lang="uk-UA" b="1">
                <a:ea typeface="+mn-lt"/>
                <a:cs typeface="+mn-lt"/>
              </a:rPr>
              <a:t>екземплярів</a:t>
            </a:r>
            <a:r>
              <a:rPr lang="uk-UA">
                <a:ea typeface="+mn-lt"/>
                <a:cs typeface="+mn-lt"/>
              </a:rPr>
              <a:t>.</a:t>
            </a:r>
            <a:endParaRPr lang="uk-UA"/>
          </a:p>
          <a:p>
            <a:pPr marL="0" indent="0" algn="just">
              <a:lnSpc>
                <a:spcPct val="70000"/>
              </a:lnSpc>
              <a:buNone/>
            </a:pPr>
            <a:r>
              <a:rPr lang="uk-UA">
                <a:ea typeface="+mn-lt"/>
                <a:cs typeface="+mn-lt"/>
              </a:rPr>
              <a:t>У геометричних моделях ознаки можна описати як точки у двовимірному (осі x </a:t>
            </a:r>
            <a:r>
              <a:rPr lang="uk-UA" dirty="0">
                <a:ea typeface="+mn-lt"/>
                <a:cs typeface="+mn-lt"/>
              </a:rPr>
              <a:t>та y) або тривимірному просторі (x, y та z).</a:t>
            </a:r>
            <a:endParaRPr lang="uk-UA"/>
          </a:p>
          <a:p>
            <a:pPr marL="0" indent="0" algn="just">
              <a:lnSpc>
                <a:spcPct val="70000"/>
              </a:lnSpc>
              <a:buNone/>
            </a:pPr>
            <a:r>
              <a:rPr lang="uk-UA" dirty="0">
                <a:ea typeface="+mn-lt"/>
                <a:cs typeface="+mn-lt"/>
              </a:rPr>
              <a:t>Навіть якщо ознаки не є геометричними за своєю суттю, їх можна моделювати геометричним способом (наприклад, температуру як функцію часу можна моделювати у </a:t>
            </a:r>
            <a:r>
              <a:rPr lang="uk-UA">
                <a:ea typeface="+mn-lt"/>
                <a:cs typeface="+mn-lt"/>
              </a:rPr>
              <a:t>двох осях).</a:t>
            </a:r>
          </a:p>
          <a:p>
            <a:pPr marL="0" indent="0" algn="just">
              <a:lnSpc>
                <a:spcPct val="70000"/>
              </a:lnSpc>
              <a:buNone/>
            </a:pPr>
            <a:endParaRPr lang="uk-UA" dirty="0">
              <a:ea typeface="Calibri"/>
              <a:cs typeface="Calibri"/>
            </a:endParaRPr>
          </a:p>
          <a:p>
            <a:pPr marL="0" indent="0" algn="just">
              <a:lnSpc>
                <a:spcPct val="70000"/>
              </a:lnSpc>
              <a:buNone/>
            </a:pPr>
            <a:endParaRPr lang="uk-UA" dirty="0">
              <a:ea typeface="+mn-lt"/>
              <a:cs typeface="+mn-lt"/>
            </a:endParaRPr>
          </a:p>
        </p:txBody>
      </p:sp>
    </p:spTree>
    <p:extLst>
      <p:ext uri="{BB962C8B-B14F-4D97-AF65-F5344CB8AC3E}">
        <p14:creationId xmlns:p14="http://schemas.microsoft.com/office/powerpoint/2010/main" val="33484795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89550-1940-5E96-7E14-4B8FF5A0648D}"/>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DA43198-DB28-E695-8A38-8F0A140D434B}"/>
              </a:ext>
            </a:extLst>
          </p:cNvPr>
          <p:cNvSpPr>
            <a:spLocks noGrp="1"/>
          </p:cNvSpPr>
          <p:nvPr>
            <p:ph type="title"/>
          </p:nvPr>
        </p:nvSpPr>
        <p:spPr/>
        <p:txBody>
          <a:bodyPr>
            <a:normAutofit/>
          </a:bodyPr>
          <a:lstStyle/>
          <a:p>
            <a:r>
              <a:rPr lang="uk-UA">
                <a:ea typeface="+mj-lt"/>
                <a:cs typeface="+mj-lt"/>
              </a:rPr>
              <a:t>Геометричні моделі</a:t>
            </a:r>
            <a:endParaRPr lang="uk-UA">
              <a:ea typeface="Calibri Light"/>
              <a:cs typeface="Calibri Light"/>
            </a:endParaRPr>
          </a:p>
        </p:txBody>
      </p:sp>
      <p:sp>
        <p:nvSpPr>
          <p:cNvPr id="3" name="Місце для вмісту 2">
            <a:extLst>
              <a:ext uri="{FF2B5EF4-FFF2-40B4-BE49-F238E27FC236}">
                <a16:creationId xmlns:a16="http://schemas.microsoft.com/office/drawing/2014/main" id="{5BD6A9DB-0B37-6502-9A57-E773E8E818E0}"/>
              </a:ext>
            </a:extLst>
          </p:cNvPr>
          <p:cNvSpPr>
            <a:spLocks noGrp="1"/>
          </p:cNvSpPr>
          <p:nvPr>
            <p:ph idx="1"/>
          </p:nvPr>
        </p:nvSpPr>
        <p:spPr/>
        <p:txBody>
          <a:bodyPr vert="horz" lIns="0" tIns="45720" rIns="0" bIns="45720" rtlCol="0" anchor="t">
            <a:normAutofit/>
          </a:bodyPr>
          <a:lstStyle/>
          <a:p>
            <a:pPr marL="0" indent="0" algn="just">
              <a:lnSpc>
                <a:spcPct val="70000"/>
              </a:lnSpc>
              <a:buNone/>
            </a:pPr>
            <a:r>
              <a:rPr lang="uk-UA">
                <a:ea typeface="+mn-lt"/>
                <a:cs typeface="+mn-lt"/>
              </a:rPr>
              <a:t>У геометричних моделях існує два способи визначення подібності:</a:t>
            </a:r>
            <a:endParaRPr lang="uk-UA" dirty="0">
              <a:ea typeface="+mn-lt"/>
              <a:cs typeface="+mn-lt"/>
            </a:endParaRPr>
          </a:p>
          <a:p>
            <a:pPr marL="0" indent="0" algn="just">
              <a:lnSpc>
                <a:spcPct val="70000"/>
              </a:lnSpc>
              <a:buNone/>
            </a:pPr>
            <a:r>
              <a:rPr lang="uk-UA">
                <a:ea typeface="+mn-lt"/>
                <a:cs typeface="+mn-lt"/>
              </a:rPr>
              <a:t>• Можна використовувати </a:t>
            </a:r>
            <a:r>
              <a:rPr lang="uk-UA" b="1">
                <a:ea typeface="+mn-lt"/>
                <a:cs typeface="+mn-lt"/>
              </a:rPr>
              <a:t>геометричні поняття, такі як лінії або площини</a:t>
            </a:r>
            <a:r>
              <a:rPr lang="uk-UA">
                <a:ea typeface="+mn-lt"/>
                <a:cs typeface="+mn-lt"/>
              </a:rPr>
              <a:t>, для сегментації </a:t>
            </a:r>
            <a:r>
              <a:rPr lang="uk-UA" dirty="0">
                <a:ea typeface="+mn-lt"/>
                <a:cs typeface="+mn-lt"/>
              </a:rPr>
              <a:t>(класифікації) простору екземплярів. Такі моделі називаються лінійними </a:t>
            </a:r>
            <a:r>
              <a:rPr lang="uk-UA">
                <a:ea typeface="+mn-lt"/>
                <a:cs typeface="+mn-lt"/>
              </a:rPr>
              <a:t>моделями.</a:t>
            </a:r>
            <a:endParaRPr lang="uk-UA"/>
          </a:p>
          <a:p>
            <a:pPr marL="0" indent="0" algn="just">
              <a:lnSpc>
                <a:spcPct val="70000"/>
              </a:lnSpc>
              <a:buNone/>
            </a:pPr>
            <a:r>
              <a:rPr lang="uk-UA" dirty="0">
                <a:ea typeface="+mn-lt"/>
                <a:cs typeface="+mn-lt"/>
              </a:rPr>
              <a:t>• Можна  використовувати</a:t>
            </a:r>
            <a:r>
              <a:rPr lang="uk-UA" b="1">
                <a:ea typeface="+mn-lt"/>
                <a:cs typeface="+mn-lt"/>
              </a:rPr>
              <a:t> геометричне поняття відстані для представлення подібності</a:t>
            </a:r>
            <a:r>
              <a:rPr lang="uk-UA">
                <a:ea typeface="+mn-lt"/>
                <a:cs typeface="+mn-lt"/>
              </a:rPr>
              <a:t>. У </a:t>
            </a:r>
            <a:r>
              <a:rPr lang="uk-UA" dirty="0">
                <a:ea typeface="+mn-lt"/>
                <a:cs typeface="+mn-lt"/>
              </a:rPr>
              <a:t>цьому випадку, якщо дві точки знаходяться близько одна до одної, вони мають подібні значення ознак і, отже, можуть бути класифіковані як подібні. Такі моделі ми називаємо моделями на основі відстані.</a:t>
            </a:r>
            <a:endParaRPr lang="uk-UA">
              <a:ea typeface="Calibri"/>
              <a:cs typeface="Calibri"/>
            </a:endParaRPr>
          </a:p>
        </p:txBody>
      </p:sp>
    </p:spTree>
    <p:extLst>
      <p:ext uri="{BB962C8B-B14F-4D97-AF65-F5344CB8AC3E}">
        <p14:creationId xmlns:p14="http://schemas.microsoft.com/office/powerpoint/2010/main" val="5667995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08A67-10A9-8FF5-7661-5799A36D1E6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DED06721-5D84-F431-3238-C062A547701A}"/>
              </a:ext>
            </a:extLst>
          </p:cNvPr>
          <p:cNvSpPr>
            <a:spLocks noGrp="1"/>
          </p:cNvSpPr>
          <p:nvPr>
            <p:ph type="title"/>
          </p:nvPr>
        </p:nvSpPr>
        <p:spPr/>
        <p:txBody>
          <a:bodyPr>
            <a:normAutofit/>
          </a:bodyPr>
          <a:lstStyle/>
          <a:p>
            <a:r>
              <a:rPr lang="uk-UA" dirty="0">
                <a:ea typeface="+mj-lt"/>
                <a:cs typeface="+mj-lt"/>
              </a:rPr>
              <a:t>Геометричні моделі</a:t>
            </a:r>
            <a:br>
              <a:rPr lang="uk-UA" dirty="0">
                <a:ea typeface="+mj-lt"/>
                <a:cs typeface="+mj-lt"/>
              </a:rPr>
            </a:br>
            <a:r>
              <a:rPr lang="uk-UA">
                <a:ea typeface="Calibri Light"/>
                <a:cs typeface="Calibri Light"/>
              </a:rPr>
              <a:t>Лінійні моделі</a:t>
            </a:r>
          </a:p>
        </p:txBody>
      </p:sp>
      <p:sp>
        <p:nvSpPr>
          <p:cNvPr id="3" name="Місце для вмісту 2">
            <a:extLst>
              <a:ext uri="{FF2B5EF4-FFF2-40B4-BE49-F238E27FC236}">
                <a16:creationId xmlns:a16="http://schemas.microsoft.com/office/drawing/2014/main" id="{1DEDAA79-E8A7-FD78-B58A-D65B3016E239}"/>
              </a:ext>
            </a:extLst>
          </p:cNvPr>
          <p:cNvSpPr>
            <a:spLocks noGrp="1"/>
          </p:cNvSpPr>
          <p:nvPr>
            <p:ph idx="1"/>
          </p:nvPr>
        </p:nvSpPr>
        <p:spPr/>
        <p:txBody>
          <a:bodyPr vert="horz" lIns="0" tIns="45720" rIns="0" bIns="45720" rtlCol="0" anchor="t">
            <a:normAutofit/>
          </a:bodyPr>
          <a:lstStyle/>
          <a:p>
            <a:pPr marL="0" indent="0" algn="just">
              <a:lnSpc>
                <a:spcPct val="70000"/>
              </a:lnSpc>
              <a:buNone/>
            </a:pPr>
            <a:r>
              <a:rPr lang="uk-UA" dirty="0">
                <a:ea typeface="+mn-lt"/>
                <a:cs typeface="+mn-lt"/>
              </a:rPr>
              <a:t>Лінійні моделі є відносно простими. У цьому випадку функція представлена як лінійна </a:t>
            </a:r>
            <a:r>
              <a:rPr lang="uk-UA">
                <a:ea typeface="+mn-lt"/>
                <a:cs typeface="+mn-lt"/>
              </a:rPr>
              <a:t>комбінація її вхідних даних.</a:t>
            </a:r>
            <a:endParaRPr lang="uk-UA" dirty="0">
              <a:ea typeface="+mn-lt"/>
              <a:cs typeface="+mn-lt"/>
            </a:endParaRPr>
          </a:p>
          <a:p>
            <a:pPr marL="0" indent="0" algn="just">
              <a:lnSpc>
                <a:spcPct val="70000"/>
              </a:lnSpc>
              <a:buNone/>
            </a:pPr>
            <a:r>
              <a:rPr lang="uk-UA" dirty="0">
                <a:ea typeface="+mn-lt"/>
                <a:cs typeface="+mn-lt"/>
              </a:rPr>
              <a:t>Якщо </a:t>
            </a:r>
            <a:r>
              <a:rPr lang="uk-UA" i="1" dirty="0">
                <a:ea typeface="+mn-lt"/>
                <a:cs typeface="+mn-lt"/>
              </a:rPr>
              <a:t>x1</a:t>
            </a:r>
            <a:r>
              <a:rPr lang="uk-UA" dirty="0">
                <a:ea typeface="+mn-lt"/>
                <a:cs typeface="+mn-lt"/>
              </a:rPr>
              <a:t> і </a:t>
            </a:r>
            <a:r>
              <a:rPr lang="uk-UA" i="1" dirty="0">
                <a:ea typeface="+mn-lt"/>
                <a:cs typeface="+mn-lt"/>
              </a:rPr>
              <a:t>x2</a:t>
            </a:r>
            <a:r>
              <a:rPr lang="uk-UA" dirty="0">
                <a:ea typeface="+mn-lt"/>
                <a:cs typeface="+mn-lt"/>
              </a:rPr>
              <a:t> є двома скалярами або векторами одного розміру, а </a:t>
            </a:r>
            <a:r>
              <a:rPr lang="uk-UA" i="1" dirty="0">
                <a:ea typeface="+mn-lt"/>
                <a:cs typeface="+mn-lt"/>
              </a:rPr>
              <a:t>a</a:t>
            </a:r>
            <a:r>
              <a:rPr lang="uk-UA" dirty="0">
                <a:ea typeface="+mn-lt"/>
                <a:cs typeface="+mn-lt"/>
              </a:rPr>
              <a:t> і </a:t>
            </a:r>
            <a:r>
              <a:rPr lang="uk-UA" i="1" dirty="0">
                <a:ea typeface="+mn-lt"/>
                <a:cs typeface="+mn-lt"/>
              </a:rPr>
              <a:t>b</a:t>
            </a:r>
            <a:r>
              <a:rPr lang="uk-UA" dirty="0">
                <a:ea typeface="+mn-lt"/>
                <a:cs typeface="+mn-lt"/>
              </a:rPr>
              <a:t> є довільними скалярами, то </a:t>
            </a:r>
            <a:r>
              <a:rPr lang="uk-UA" i="1">
                <a:ea typeface="+mn-lt"/>
                <a:cs typeface="+mn-lt"/>
              </a:rPr>
              <a:t>ax1 + bx2</a:t>
            </a:r>
            <a:r>
              <a:rPr lang="uk-UA" dirty="0">
                <a:ea typeface="+mn-lt"/>
                <a:cs typeface="+mn-lt"/>
              </a:rPr>
              <a:t> представляє лінійну комбінацію </a:t>
            </a:r>
            <a:r>
              <a:rPr lang="uk-UA" i="1" dirty="0">
                <a:ea typeface="+mn-lt"/>
                <a:cs typeface="+mn-lt"/>
              </a:rPr>
              <a:t>x1</a:t>
            </a:r>
            <a:r>
              <a:rPr lang="uk-UA" dirty="0">
                <a:ea typeface="+mn-lt"/>
                <a:cs typeface="+mn-lt"/>
              </a:rPr>
              <a:t> і </a:t>
            </a:r>
            <a:r>
              <a:rPr lang="uk-UA" i="1" dirty="0">
                <a:ea typeface="+mn-lt"/>
                <a:cs typeface="+mn-lt"/>
              </a:rPr>
              <a:t>x2</a:t>
            </a:r>
            <a:r>
              <a:rPr lang="uk-UA" dirty="0">
                <a:ea typeface="+mn-lt"/>
                <a:cs typeface="+mn-lt"/>
              </a:rPr>
              <a:t>.</a:t>
            </a:r>
          </a:p>
          <a:p>
            <a:pPr marL="0" indent="0" algn="just">
              <a:lnSpc>
                <a:spcPct val="70000"/>
              </a:lnSpc>
              <a:buNone/>
            </a:pPr>
            <a:r>
              <a:rPr lang="uk-UA" dirty="0">
                <a:ea typeface="+mn-lt"/>
                <a:cs typeface="+mn-lt"/>
              </a:rPr>
              <a:t>У найпростішому випадку, коли </a:t>
            </a:r>
            <a:r>
              <a:rPr lang="uk-UA" i="1" dirty="0">
                <a:ea typeface="+mn-lt"/>
                <a:cs typeface="+mn-lt"/>
              </a:rPr>
              <a:t>Y</a:t>
            </a:r>
            <a:r>
              <a:rPr lang="uk-UA">
                <a:ea typeface="+mn-lt"/>
                <a:cs typeface="+mn-lt"/>
              </a:rPr>
              <a:t> представляє пряму лінію, ми маємо рівняння виду</a:t>
            </a:r>
          </a:p>
          <a:p>
            <a:pPr marL="0" indent="0" algn="just">
              <a:lnSpc>
                <a:spcPct val="70000"/>
              </a:lnSpc>
              <a:buNone/>
            </a:pPr>
            <a:r>
              <a:rPr lang="uk-UA" i="1">
                <a:ea typeface="+mn-lt"/>
                <a:cs typeface="+mn-lt"/>
              </a:rPr>
              <a:t>Y =</a:t>
            </a:r>
            <a:r>
              <a:rPr lang="uk-UA" dirty="0">
                <a:ea typeface="+mn-lt"/>
                <a:cs typeface="+mn-lt"/>
              </a:rPr>
              <a:t> θ1+θ2</a:t>
            </a:r>
            <a:r>
              <a:rPr lang="uk-UA" i="1" dirty="0">
                <a:ea typeface="+mn-lt"/>
                <a:cs typeface="+mn-lt"/>
              </a:rPr>
              <a:t>x,</a:t>
            </a:r>
            <a:r>
              <a:rPr lang="uk-UA" dirty="0">
                <a:ea typeface="+mn-lt"/>
                <a:cs typeface="+mn-lt"/>
              </a:rPr>
              <a:t> де c представляє перетин, а m представляє нахил.</a:t>
            </a:r>
            <a:endParaRPr lang="uk-UA">
              <a:ea typeface="Calibri"/>
              <a:cs typeface="Calibri"/>
            </a:endParaRPr>
          </a:p>
          <a:p>
            <a:pPr marL="0" indent="0" algn="just">
              <a:lnSpc>
                <a:spcPct val="70000"/>
              </a:lnSpc>
              <a:buNone/>
            </a:pPr>
            <a:endParaRPr lang="uk-UA" dirty="0">
              <a:ea typeface="Calibri"/>
              <a:cs typeface="Calibri"/>
            </a:endParaRPr>
          </a:p>
        </p:txBody>
      </p:sp>
    </p:spTree>
    <p:extLst>
      <p:ext uri="{BB962C8B-B14F-4D97-AF65-F5344CB8AC3E}">
        <p14:creationId xmlns:p14="http://schemas.microsoft.com/office/powerpoint/2010/main" val="18676009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76DF7-3C13-4462-7CB9-C1BB8718200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9747103-AB2A-7DF3-FF6A-5BA9F822AD30}"/>
              </a:ext>
            </a:extLst>
          </p:cNvPr>
          <p:cNvSpPr>
            <a:spLocks noGrp="1"/>
          </p:cNvSpPr>
          <p:nvPr>
            <p:ph type="title"/>
          </p:nvPr>
        </p:nvSpPr>
        <p:spPr/>
        <p:txBody>
          <a:bodyPr>
            <a:normAutofit/>
          </a:bodyPr>
          <a:lstStyle/>
          <a:p>
            <a:r>
              <a:rPr lang="uk-UA" dirty="0">
                <a:ea typeface="+mj-lt"/>
                <a:cs typeface="+mj-lt"/>
              </a:rPr>
              <a:t>Геометричні моделі</a:t>
            </a:r>
            <a:br>
              <a:rPr lang="uk-UA" dirty="0">
                <a:ea typeface="+mj-lt"/>
                <a:cs typeface="+mj-lt"/>
              </a:rPr>
            </a:br>
            <a:r>
              <a:rPr lang="uk-UA">
                <a:ea typeface="Calibri Light"/>
                <a:cs typeface="Calibri Light"/>
              </a:rPr>
              <a:t>Лінійні моделі</a:t>
            </a:r>
          </a:p>
        </p:txBody>
      </p:sp>
      <p:pic>
        <p:nvPicPr>
          <p:cNvPr id="4" name="Місце для вмісту 3" descr="Linear Regression in Machine learning - GeeksforGeeks">
            <a:extLst>
              <a:ext uri="{FF2B5EF4-FFF2-40B4-BE49-F238E27FC236}">
                <a16:creationId xmlns:a16="http://schemas.microsoft.com/office/drawing/2014/main" id="{A97EED28-BDE2-AF20-1A67-655CB7D57C34}"/>
              </a:ext>
            </a:extLst>
          </p:cNvPr>
          <p:cNvPicPr>
            <a:picLocks noGrp="1" noChangeAspect="1"/>
          </p:cNvPicPr>
          <p:nvPr>
            <p:ph idx="1"/>
          </p:nvPr>
        </p:nvPicPr>
        <p:blipFill>
          <a:blip r:embed="rId2"/>
          <a:stretch>
            <a:fillRect/>
          </a:stretch>
        </p:blipFill>
        <p:spPr>
          <a:xfrm>
            <a:off x="2918248" y="1846263"/>
            <a:ext cx="6415829" cy="4022725"/>
          </a:xfrm>
          <a:prstGeom prst="rect">
            <a:avLst/>
          </a:prstGeom>
        </p:spPr>
      </p:pic>
    </p:spTree>
    <p:extLst>
      <p:ext uri="{BB962C8B-B14F-4D97-AF65-F5344CB8AC3E}">
        <p14:creationId xmlns:p14="http://schemas.microsoft.com/office/powerpoint/2010/main" val="33712420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9D526-5E9D-AC7D-05E1-5439330D37E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296EDBC-2E8B-42F1-694F-3DA25D8F2A39}"/>
              </a:ext>
            </a:extLst>
          </p:cNvPr>
          <p:cNvSpPr>
            <a:spLocks noGrp="1"/>
          </p:cNvSpPr>
          <p:nvPr>
            <p:ph type="title"/>
          </p:nvPr>
        </p:nvSpPr>
        <p:spPr/>
        <p:txBody>
          <a:bodyPr>
            <a:normAutofit/>
          </a:bodyPr>
          <a:lstStyle/>
          <a:p>
            <a:r>
              <a:rPr lang="uk-UA" dirty="0">
                <a:ea typeface="+mj-lt"/>
                <a:cs typeface="+mj-lt"/>
              </a:rPr>
              <a:t>Геометричні моделі</a:t>
            </a:r>
            <a:br>
              <a:rPr lang="uk-UA" dirty="0">
                <a:ea typeface="+mj-lt"/>
                <a:cs typeface="+mj-lt"/>
              </a:rPr>
            </a:br>
            <a:r>
              <a:rPr lang="uk-UA">
                <a:ea typeface="Calibri Light"/>
                <a:cs typeface="Calibri Light"/>
              </a:rPr>
              <a:t>Лінійні моделі</a:t>
            </a:r>
          </a:p>
        </p:txBody>
      </p:sp>
      <p:sp>
        <p:nvSpPr>
          <p:cNvPr id="3" name="Місце для вмісту 2">
            <a:extLst>
              <a:ext uri="{FF2B5EF4-FFF2-40B4-BE49-F238E27FC236}">
                <a16:creationId xmlns:a16="http://schemas.microsoft.com/office/drawing/2014/main" id="{B82B541C-BD89-9748-36A5-17C2601D1247}"/>
              </a:ext>
            </a:extLst>
          </p:cNvPr>
          <p:cNvSpPr>
            <a:spLocks noGrp="1"/>
          </p:cNvSpPr>
          <p:nvPr>
            <p:ph idx="1"/>
          </p:nvPr>
        </p:nvSpPr>
        <p:spPr/>
        <p:txBody>
          <a:bodyPr vert="horz" lIns="0" tIns="45720" rIns="0" bIns="45720" rtlCol="0" anchor="t">
            <a:normAutofit/>
          </a:bodyPr>
          <a:lstStyle/>
          <a:p>
            <a:pPr marL="0" indent="0" algn="just">
              <a:lnSpc>
                <a:spcPct val="70000"/>
              </a:lnSpc>
              <a:buNone/>
            </a:pPr>
            <a:r>
              <a:rPr lang="uk-UA" dirty="0">
                <a:ea typeface="+mn-lt"/>
                <a:cs typeface="+mn-lt"/>
              </a:rPr>
              <a:t>Лінійні моделі є </a:t>
            </a:r>
            <a:r>
              <a:rPr lang="uk-UA" b="1" dirty="0">
                <a:ea typeface="+mn-lt"/>
                <a:cs typeface="+mn-lt"/>
              </a:rPr>
              <a:t>параметричними</a:t>
            </a:r>
            <a:r>
              <a:rPr lang="uk-UA" dirty="0">
                <a:ea typeface="+mn-lt"/>
                <a:cs typeface="+mn-lt"/>
              </a:rPr>
              <a:t>, що означає, що вони мають фіксовану форму з </a:t>
            </a:r>
            <a:r>
              <a:rPr lang="uk-UA">
                <a:ea typeface="+mn-lt"/>
                <a:cs typeface="+mn-lt"/>
              </a:rPr>
              <a:t>невеликою кількістю числових параметрів, які необхідно вивчити з даних.</a:t>
            </a:r>
          </a:p>
          <a:p>
            <a:pPr marL="0" indent="0" algn="just">
              <a:lnSpc>
                <a:spcPct val="70000"/>
              </a:lnSpc>
              <a:buNone/>
            </a:pPr>
            <a:r>
              <a:rPr lang="uk-UA">
                <a:ea typeface="+mn-lt"/>
                <a:cs typeface="+mn-lt"/>
              </a:rPr>
              <a:t>Наприклад, у </a:t>
            </a:r>
            <a:r>
              <a:rPr lang="uk-UA" i="1">
                <a:ea typeface="+mn-lt"/>
                <a:cs typeface="+mn-lt"/>
              </a:rPr>
              <a:t>Y = </a:t>
            </a:r>
            <a:r>
              <a:rPr lang="uk-UA">
                <a:ea typeface="+mn-lt"/>
                <a:cs typeface="+mn-lt"/>
              </a:rPr>
              <a:t>θ1+θ2</a:t>
            </a:r>
            <a:r>
              <a:rPr lang="uk-UA" i="1">
                <a:ea typeface="+mn-lt"/>
                <a:cs typeface="+mn-lt"/>
              </a:rPr>
              <a:t>x</a:t>
            </a:r>
            <a:r>
              <a:rPr lang="uk-UA">
                <a:ea typeface="+mn-lt"/>
                <a:cs typeface="+mn-lt"/>
              </a:rPr>
              <a:t>, θ1 і θ2 є параметрами, які ми намагаємося вивчити з даних.</a:t>
            </a:r>
          </a:p>
          <a:p>
            <a:pPr marL="0" indent="0" algn="just">
              <a:lnSpc>
                <a:spcPct val="70000"/>
              </a:lnSpc>
              <a:buNone/>
            </a:pPr>
            <a:r>
              <a:rPr lang="uk-UA">
                <a:ea typeface="+mn-lt"/>
                <a:cs typeface="+mn-lt"/>
              </a:rPr>
              <a:t>Ця техніка відрізняється від дерево-, так і правилоорієнтованих моделей, де структура моделі (наприклад, які функції використовувати в дереві і де) не є заздалегідь фіксованою.</a:t>
            </a:r>
            <a:endParaRPr lang="uk-UA">
              <a:solidFill>
                <a:srgbClr val="404040"/>
              </a:solidFill>
              <a:ea typeface="Calibri"/>
              <a:cs typeface="Calibri"/>
            </a:endParaRPr>
          </a:p>
          <a:p>
            <a:pPr marL="0" indent="0" algn="just">
              <a:lnSpc>
                <a:spcPct val="70000"/>
              </a:lnSpc>
              <a:buNone/>
            </a:pPr>
            <a:endParaRPr lang="uk-UA" dirty="0">
              <a:ea typeface="Calibri"/>
              <a:cs typeface="Calibri"/>
            </a:endParaRPr>
          </a:p>
        </p:txBody>
      </p:sp>
    </p:spTree>
    <p:extLst>
      <p:ext uri="{BB962C8B-B14F-4D97-AF65-F5344CB8AC3E}">
        <p14:creationId xmlns:p14="http://schemas.microsoft.com/office/powerpoint/2010/main" val="31870979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29564-461E-CFF7-9252-753DCA3A6AD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FEFD7BF-CA72-2E22-DF0C-FE972C497AF8}"/>
              </a:ext>
            </a:extLst>
          </p:cNvPr>
          <p:cNvSpPr>
            <a:spLocks noGrp="1"/>
          </p:cNvSpPr>
          <p:nvPr>
            <p:ph type="title"/>
          </p:nvPr>
        </p:nvSpPr>
        <p:spPr/>
        <p:txBody>
          <a:bodyPr>
            <a:normAutofit/>
          </a:bodyPr>
          <a:lstStyle/>
          <a:p>
            <a:r>
              <a:rPr lang="uk-UA">
                <a:ea typeface="+mj-lt"/>
                <a:cs typeface="+mj-lt"/>
              </a:rPr>
              <a:t>Геометричні моделі</a:t>
            </a:r>
            <a:br>
              <a:rPr lang="uk-UA" dirty="0">
                <a:ea typeface="+mj-lt"/>
                <a:cs typeface="+mj-lt"/>
              </a:rPr>
            </a:br>
            <a:r>
              <a:rPr lang="uk-UA">
                <a:ea typeface="+mj-lt"/>
                <a:cs typeface="+mj-lt"/>
              </a:rPr>
              <a:t>Моделі, засновані на відстані</a:t>
            </a:r>
            <a:endParaRPr lang="uk-UA"/>
          </a:p>
        </p:txBody>
      </p:sp>
      <p:sp>
        <p:nvSpPr>
          <p:cNvPr id="3" name="Місце для вмісту 2">
            <a:extLst>
              <a:ext uri="{FF2B5EF4-FFF2-40B4-BE49-F238E27FC236}">
                <a16:creationId xmlns:a16="http://schemas.microsoft.com/office/drawing/2014/main" id="{A5EE58A5-EE2C-AB59-FBC1-1C82851B5FD7}"/>
              </a:ext>
            </a:extLst>
          </p:cNvPr>
          <p:cNvSpPr>
            <a:spLocks noGrp="1"/>
          </p:cNvSpPr>
          <p:nvPr>
            <p:ph idx="1"/>
          </p:nvPr>
        </p:nvSpPr>
        <p:spPr/>
        <p:txBody>
          <a:bodyPr vert="horz" lIns="0" tIns="45720" rIns="0" bIns="45720" rtlCol="0" anchor="t">
            <a:normAutofit/>
          </a:bodyPr>
          <a:lstStyle/>
          <a:p>
            <a:pPr marL="0" indent="0" algn="just">
              <a:lnSpc>
                <a:spcPct val="70000"/>
              </a:lnSpc>
              <a:buNone/>
            </a:pPr>
            <a:r>
              <a:rPr lang="uk-UA">
                <a:ea typeface="+mn-lt"/>
                <a:cs typeface="+mn-lt"/>
              </a:rPr>
              <a:t>Моделі на основі відстані є другим типом геометричних моделей. Як і лінійні моделі, моделі на основі відстані базуються на геометрії даних.</a:t>
            </a:r>
            <a:endParaRPr lang="uk-UA"/>
          </a:p>
          <a:p>
            <a:pPr marL="0" indent="0" algn="just">
              <a:lnSpc>
                <a:spcPct val="70000"/>
              </a:lnSpc>
              <a:buNone/>
            </a:pPr>
            <a:r>
              <a:rPr lang="uk-UA" dirty="0">
                <a:ea typeface="+mn-lt"/>
                <a:cs typeface="+mn-lt"/>
              </a:rPr>
              <a:t>Як випливає з </a:t>
            </a:r>
            <a:r>
              <a:rPr lang="uk-UA">
                <a:ea typeface="+mn-lt"/>
                <a:cs typeface="+mn-lt"/>
              </a:rPr>
              <a:t>назви, ці моделі </a:t>
            </a:r>
            <a:r>
              <a:rPr lang="uk-UA" b="1" dirty="0">
                <a:ea typeface="+mn-lt"/>
                <a:cs typeface="+mn-lt"/>
              </a:rPr>
              <a:t>працюють на основі поняття відстані</a:t>
            </a:r>
            <a:r>
              <a:rPr lang="uk-UA" dirty="0">
                <a:ea typeface="+mn-lt"/>
                <a:cs typeface="+mn-lt"/>
              </a:rPr>
              <a:t>.</a:t>
            </a:r>
          </a:p>
          <a:p>
            <a:pPr marL="0" indent="0" algn="just">
              <a:lnSpc>
                <a:spcPct val="70000"/>
              </a:lnSpc>
              <a:buNone/>
            </a:pPr>
            <a:r>
              <a:rPr lang="uk-UA" dirty="0">
                <a:ea typeface="+mn-lt"/>
                <a:cs typeface="+mn-lt"/>
              </a:rPr>
              <a:t>У контексті машинного навчання поняття відстані не базується лише на фізичній відстані між </a:t>
            </a:r>
            <a:r>
              <a:rPr lang="uk-UA">
                <a:ea typeface="+mn-lt"/>
                <a:cs typeface="+mn-lt"/>
              </a:rPr>
              <a:t>двома точками.</a:t>
            </a:r>
          </a:p>
          <a:p>
            <a:pPr marL="0" indent="0" algn="just">
              <a:lnSpc>
                <a:spcPct val="70000"/>
              </a:lnSpc>
              <a:buNone/>
            </a:pPr>
            <a:r>
              <a:rPr lang="uk-UA" dirty="0">
                <a:ea typeface="+mn-lt"/>
                <a:cs typeface="+mn-lt"/>
              </a:rPr>
              <a:t>Натомість ми можемо розглядати відстань між двома точками з урахуванням виду транспорту між ними. Подорож між двома містами літаком фізично охоплює меншу </a:t>
            </a:r>
            <a:r>
              <a:rPr lang="uk-UA">
                <a:ea typeface="+mn-lt"/>
                <a:cs typeface="+mn-lt"/>
              </a:rPr>
              <a:t>відстань, ніж поїздом, оскільки літак не має обмежень.</a:t>
            </a:r>
          </a:p>
          <a:p>
            <a:pPr marL="0" indent="0" algn="just">
              <a:lnSpc>
                <a:spcPct val="70000"/>
              </a:lnSpc>
              <a:buNone/>
            </a:pPr>
            <a:r>
              <a:rPr lang="uk-UA" dirty="0">
                <a:ea typeface="+mn-lt"/>
                <a:cs typeface="+mn-lt"/>
              </a:rPr>
              <a:t>Аналогічно, в шахах поняття відстані залежить від використовуваної фігури — наприклад, слон може рухатися по діагоналі. Таким чином, залежно від об'єкта та способу пересування, </a:t>
            </a:r>
            <a:r>
              <a:rPr lang="uk-UA">
                <a:ea typeface="+mn-lt"/>
                <a:cs typeface="+mn-lt"/>
              </a:rPr>
              <a:t>поняття відстані може сприйматися по-різному.</a:t>
            </a:r>
          </a:p>
          <a:p>
            <a:pPr marL="0" indent="0" algn="just">
              <a:lnSpc>
                <a:spcPct val="70000"/>
              </a:lnSpc>
              <a:buNone/>
            </a:pPr>
            <a:r>
              <a:rPr lang="uk-UA">
                <a:ea typeface="+mn-lt"/>
                <a:cs typeface="+mn-lt"/>
              </a:rPr>
              <a:t>Зазвичай використовуються такі метрики </a:t>
            </a:r>
            <a:r>
              <a:rPr lang="uk-UA" dirty="0">
                <a:ea typeface="+mn-lt"/>
                <a:cs typeface="+mn-lt"/>
              </a:rPr>
              <a:t>відстані: евклідова, Мінковського, Манхеттенська та Махаланобіса.</a:t>
            </a:r>
            <a:endParaRPr lang="uk-UA">
              <a:ea typeface="Calibri"/>
              <a:cs typeface="Calibri"/>
            </a:endParaRPr>
          </a:p>
          <a:p>
            <a:pPr marL="0" indent="0" algn="just">
              <a:lnSpc>
                <a:spcPct val="70000"/>
              </a:lnSpc>
              <a:buNone/>
            </a:pPr>
            <a:endParaRPr lang="uk-UA" dirty="0">
              <a:ea typeface="Calibri"/>
              <a:cs typeface="Calibri"/>
            </a:endParaRPr>
          </a:p>
        </p:txBody>
      </p:sp>
    </p:spTree>
    <p:extLst>
      <p:ext uri="{BB962C8B-B14F-4D97-AF65-F5344CB8AC3E}">
        <p14:creationId xmlns:p14="http://schemas.microsoft.com/office/powerpoint/2010/main" val="34622206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6A529-10F0-1BFB-BD96-32836AD3A04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F80D71F-E193-614B-BD07-FFC4F9D314C1}"/>
              </a:ext>
            </a:extLst>
          </p:cNvPr>
          <p:cNvSpPr>
            <a:spLocks noGrp="1"/>
          </p:cNvSpPr>
          <p:nvPr>
            <p:ph type="title"/>
          </p:nvPr>
        </p:nvSpPr>
        <p:spPr/>
        <p:txBody>
          <a:bodyPr>
            <a:normAutofit/>
          </a:bodyPr>
          <a:lstStyle/>
          <a:p>
            <a:r>
              <a:rPr lang="uk-UA">
                <a:ea typeface="+mj-lt"/>
                <a:cs typeface="+mj-lt"/>
              </a:rPr>
              <a:t>Геометричні моделі</a:t>
            </a:r>
            <a:br>
              <a:rPr lang="uk-UA" dirty="0">
                <a:ea typeface="+mj-lt"/>
                <a:cs typeface="+mj-lt"/>
              </a:rPr>
            </a:br>
            <a:r>
              <a:rPr lang="uk-UA">
                <a:ea typeface="+mj-lt"/>
                <a:cs typeface="+mj-lt"/>
              </a:rPr>
              <a:t>Моделі, засновані на відстані</a:t>
            </a:r>
            <a:endParaRPr lang="uk-UA"/>
          </a:p>
        </p:txBody>
      </p:sp>
      <p:pic>
        <p:nvPicPr>
          <p:cNvPr id="4" name="Місце для вмісту 3" descr="Зображення, що містить знімок екрана, Барвистість, Графіка, мистецтво&#10;&#10;Вміст на основі ШІ може бути неправильним.">
            <a:extLst>
              <a:ext uri="{FF2B5EF4-FFF2-40B4-BE49-F238E27FC236}">
                <a16:creationId xmlns:a16="http://schemas.microsoft.com/office/drawing/2014/main" id="{AFD560D2-84CD-4EFC-66E4-8BAF7A199CAB}"/>
              </a:ext>
            </a:extLst>
          </p:cNvPr>
          <p:cNvPicPr>
            <a:picLocks noGrp="1" noChangeAspect="1"/>
          </p:cNvPicPr>
          <p:nvPr>
            <p:ph idx="1"/>
          </p:nvPr>
        </p:nvPicPr>
        <p:blipFill>
          <a:blip r:embed="rId2"/>
          <a:stretch>
            <a:fillRect/>
          </a:stretch>
        </p:blipFill>
        <p:spPr>
          <a:xfrm>
            <a:off x="4131896" y="1845734"/>
            <a:ext cx="3989167" cy="4023360"/>
          </a:xfrm>
          <a:prstGeom prst="rect">
            <a:avLst/>
          </a:prstGeom>
        </p:spPr>
      </p:pic>
      <p:sp>
        <p:nvSpPr>
          <p:cNvPr id="5" name="TextBox 4">
            <a:extLst>
              <a:ext uri="{FF2B5EF4-FFF2-40B4-BE49-F238E27FC236}">
                <a16:creationId xmlns:a16="http://schemas.microsoft.com/office/drawing/2014/main" id="{2F584920-1A11-0FF3-727C-81FFC8C8ACB0}"/>
              </a:ext>
            </a:extLst>
          </p:cNvPr>
          <p:cNvSpPr txBox="1"/>
          <p:nvPr/>
        </p:nvSpPr>
        <p:spPr>
          <a:xfrm>
            <a:off x="4726213" y="5961742"/>
            <a:ext cx="2743199" cy="3657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uk-UA"/>
          </a:p>
        </p:txBody>
      </p:sp>
      <p:sp>
        <p:nvSpPr>
          <p:cNvPr id="7" name="TextBox 6">
            <a:extLst>
              <a:ext uri="{FF2B5EF4-FFF2-40B4-BE49-F238E27FC236}">
                <a16:creationId xmlns:a16="http://schemas.microsoft.com/office/drawing/2014/main" id="{1B64A95B-23E3-14C7-09CD-1285F34F12F9}"/>
              </a:ext>
            </a:extLst>
          </p:cNvPr>
          <p:cNvSpPr txBox="1"/>
          <p:nvPr/>
        </p:nvSpPr>
        <p:spPr>
          <a:xfrm>
            <a:off x="5355771" y="5876471"/>
            <a:ext cx="182698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uk-UA" dirty="0">
                <a:ea typeface="Calibri"/>
                <a:cs typeface="Calibri"/>
                <a:hlinkClick r:id="rId3"/>
              </a:rPr>
              <a:t>Джерело даних</a:t>
            </a:r>
            <a:endParaRPr lang="uk-UA"/>
          </a:p>
        </p:txBody>
      </p:sp>
    </p:spTree>
    <p:extLst>
      <p:ext uri="{BB962C8B-B14F-4D97-AF65-F5344CB8AC3E}">
        <p14:creationId xmlns:p14="http://schemas.microsoft.com/office/powerpoint/2010/main" val="22808107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7E92F-D96E-268A-BEC9-871DDB3FB2F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1DC948F0-C014-B317-4C3F-9163D7289FAA}"/>
              </a:ext>
            </a:extLst>
          </p:cNvPr>
          <p:cNvSpPr>
            <a:spLocks noGrp="1"/>
          </p:cNvSpPr>
          <p:nvPr>
            <p:ph type="title"/>
          </p:nvPr>
        </p:nvSpPr>
        <p:spPr/>
        <p:txBody>
          <a:bodyPr>
            <a:normAutofit/>
          </a:bodyPr>
          <a:lstStyle/>
          <a:p>
            <a:r>
              <a:rPr lang="uk-UA">
                <a:ea typeface="+mj-lt"/>
                <a:cs typeface="+mj-lt"/>
              </a:rPr>
              <a:t>Геометричні моделі</a:t>
            </a:r>
            <a:br>
              <a:rPr lang="uk-UA" dirty="0">
                <a:ea typeface="+mj-lt"/>
                <a:cs typeface="+mj-lt"/>
              </a:rPr>
            </a:br>
            <a:r>
              <a:rPr lang="uk-UA">
                <a:ea typeface="+mj-lt"/>
                <a:cs typeface="+mj-lt"/>
              </a:rPr>
              <a:t>Моделі, засновані на відстані</a:t>
            </a:r>
            <a:endParaRPr lang="uk-UA"/>
          </a:p>
        </p:txBody>
      </p:sp>
      <p:sp>
        <p:nvSpPr>
          <p:cNvPr id="3" name="Місце для вмісту 2">
            <a:extLst>
              <a:ext uri="{FF2B5EF4-FFF2-40B4-BE49-F238E27FC236}">
                <a16:creationId xmlns:a16="http://schemas.microsoft.com/office/drawing/2014/main" id="{B73FE82C-8861-44F3-C769-9EDE8493A979}"/>
              </a:ext>
            </a:extLst>
          </p:cNvPr>
          <p:cNvSpPr>
            <a:spLocks noGrp="1"/>
          </p:cNvSpPr>
          <p:nvPr>
            <p:ph idx="1"/>
          </p:nvPr>
        </p:nvSpPr>
        <p:spPr/>
        <p:txBody>
          <a:bodyPr vert="horz" lIns="0" tIns="45720" rIns="0" bIns="45720" rtlCol="0" anchor="t">
            <a:normAutofit/>
          </a:bodyPr>
          <a:lstStyle/>
          <a:p>
            <a:pPr marL="0" indent="0" algn="just">
              <a:lnSpc>
                <a:spcPct val="70000"/>
              </a:lnSpc>
              <a:buNone/>
            </a:pPr>
            <a:r>
              <a:rPr lang="uk-UA">
                <a:ea typeface="+mn-lt"/>
                <a:cs typeface="+mn-lt"/>
              </a:rPr>
              <a:t>Моделі на основі відстані є другим типом геометричних моделей. Як і лінійні моделі, моделі на основі відстані базуються на геометрії даних.</a:t>
            </a:r>
            <a:endParaRPr lang="uk-UA"/>
          </a:p>
          <a:p>
            <a:pPr marL="0" indent="0" algn="just">
              <a:lnSpc>
                <a:spcPct val="70000"/>
              </a:lnSpc>
              <a:buNone/>
            </a:pPr>
            <a:r>
              <a:rPr lang="uk-UA" dirty="0">
                <a:ea typeface="+mn-lt"/>
                <a:cs typeface="+mn-lt"/>
              </a:rPr>
              <a:t>Як випливає з </a:t>
            </a:r>
            <a:r>
              <a:rPr lang="uk-UA">
                <a:ea typeface="+mn-lt"/>
                <a:cs typeface="+mn-lt"/>
              </a:rPr>
              <a:t>назви, ці моделі </a:t>
            </a:r>
            <a:r>
              <a:rPr lang="uk-UA" b="1" dirty="0">
                <a:ea typeface="+mn-lt"/>
                <a:cs typeface="+mn-lt"/>
              </a:rPr>
              <a:t>працюють на основі поняття відстані</a:t>
            </a:r>
            <a:r>
              <a:rPr lang="uk-UA" dirty="0">
                <a:ea typeface="+mn-lt"/>
                <a:cs typeface="+mn-lt"/>
              </a:rPr>
              <a:t>.</a:t>
            </a:r>
          </a:p>
          <a:p>
            <a:pPr marL="0" indent="0" algn="just">
              <a:lnSpc>
                <a:spcPct val="70000"/>
              </a:lnSpc>
              <a:buNone/>
            </a:pPr>
            <a:r>
              <a:rPr lang="uk-UA" dirty="0">
                <a:ea typeface="+mn-lt"/>
                <a:cs typeface="+mn-lt"/>
              </a:rPr>
              <a:t>У контексті машинного навчання поняття відстані не базується лише на фізичній відстані між </a:t>
            </a:r>
            <a:r>
              <a:rPr lang="uk-UA">
                <a:ea typeface="+mn-lt"/>
                <a:cs typeface="+mn-lt"/>
              </a:rPr>
              <a:t>двома точками.</a:t>
            </a:r>
          </a:p>
          <a:p>
            <a:pPr marL="0" indent="0" algn="just">
              <a:lnSpc>
                <a:spcPct val="70000"/>
              </a:lnSpc>
              <a:buNone/>
            </a:pPr>
            <a:r>
              <a:rPr lang="uk-UA" dirty="0">
                <a:ea typeface="+mn-lt"/>
                <a:cs typeface="+mn-lt"/>
              </a:rPr>
              <a:t>Натомість ми можемо розглядати відстань між двома точками з урахуванням виду транспорту між ними. Подорож між двома містами літаком фізично охоплює меншу </a:t>
            </a:r>
            <a:r>
              <a:rPr lang="uk-UA">
                <a:ea typeface="+mn-lt"/>
                <a:cs typeface="+mn-lt"/>
              </a:rPr>
              <a:t>відстань, ніж поїздом, оскільки літак не має обмежень.</a:t>
            </a:r>
          </a:p>
          <a:p>
            <a:pPr marL="0" indent="0" algn="just">
              <a:lnSpc>
                <a:spcPct val="70000"/>
              </a:lnSpc>
              <a:buNone/>
            </a:pPr>
            <a:r>
              <a:rPr lang="uk-UA" dirty="0">
                <a:ea typeface="+mn-lt"/>
                <a:cs typeface="+mn-lt"/>
              </a:rPr>
              <a:t>Аналогічно, в шахах поняття відстані залежить від використовуваної фігури — наприклад, слон може рухатися по діагоналі. Таким чином, залежно від об'єкта та способу пересування, </a:t>
            </a:r>
            <a:r>
              <a:rPr lang="uk-UA">
                <a:ea typeface="+mn-lt"/>
                <a:cs typeface="+mn-lt"/>
              </a:rPr>
              <a:t>поняття відстані може сприйматися по-різному.</a:t>
            </a:r>
          </a:p>
          <a:p>
            <a:pPr marL="0" indent="0" algn="just">
              <a:lnSpc>
                <a:spcPct val="70000"/>
              </a:lnSpc>
              <a:buNone/>
            </a:pPr>
            <a:r>
              <a:rPr lang="uk-UA">
                <a:ea typeface="+mn-lt"/>
                <a:cs typeface="+mn-lt"/>
              </a:rPr>
              <a:t>Зазвичай використовуються такі метрики </a:t>
            </a:r>
            <a:r>
              <a:rPr lang="uk-UA" dirty="0">
                <a:ea typeface="+mn-lt"/>
                <a:cs typeface="+mn-lt"/>
              </a:rPr>
              <a:t>відстані: евклідова, Мінковського, Манхеттенська та Махаланобіса.</a:t>
            </a:r>
            <a:endParaRPr lang="uk-UA">
              <a:ea typeface="Calibri"/>
              <a:cs typeface="Calibri"/>
            </a:endParaRPr>
          </a:p>
          <a:p>
            <a:pPr marL="0" indent="0" algn="just">
              <a:lnSpc>
                <a:spcPct val="70000"/>
              </a:lnSpc>
              <a:buNone/>
            </a:pPr>
            <a:endParaRPr lang="uk-UA" dirty="0">
              <a:ea typeface="Calibri"/>
              <a:cs typeface="Calibri"/>
            </a:endParaRPr>
          </a:p>
        </p:txBody>
      </p:sp>
    </p:spTree>
    <p:extLst>
      <p:ext uri="{BB962C8B-B14F-4D97-AF65-F5344CB8AC3E}">
        <p14:creationId xmlns:p14="http://schemas.microsoft.com/office/powerpoint/2010/main" val="3300848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35C21-24AB-18FD-A8E1-5DDA72C313E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1CB2134-FF05-83B0-4D29-0C27591BD3CD}"/>
              </a:ext>
            </a:extLst>
          </p:cNvPr>
          <p:cNvSpPr>
            <a:spLocks noGrp="1"/>
          </p:cNvSpPr>
          <p:nvPr>
            <p:ph type="title"/>
          </p:nvPr>
        </p:nvSpPr>
        <p:spPr/>
        <p:txBody>
          <a:bodyPr>
            <a:normAutofit/>
          </a:bodyPr>
          <a:lstStyle/>
          <a:p>
            <a:r>
              <a:rPr lang="uk-UA">
                <a:ea typeface="+mj-lt"/>
                <a:cs typeface="+mj-lt"/>
              </a:rPr>
              <a:t>Геометричні моделі</a:t>
            </a:r>
            <a:br>
              <a:rPr lang="uk-UA" dirty="0">
                <a:ea typeface="+mj-lt"/>
                <a:cs typeface="+mj-lt"/>
              </a:rPr>
            </a:br>
            <a:r>
              <a:rPr lang="uk-UA">
                <a:ea typeface="+mj-lt"/>
                <a:cs typeface="+mj-lt"/>
              </a:rPr>
              <a:t>Моделі, засновані на відстані</a:t>
            </a:r>
            <a:endParaRPr lang="uk-UA"/>
          </a:p>
        </p:txBody>
      </p:sp>
      <p:sp>
        <p:nvSpPr>
          <p:cNvPr id="3" name="Місце для вмісту 2">
            <a:extLst>
              <a:ext uri="{FF2B5EF4-FFF2-40B4-BE49-F238E27FC236}">
                <a16:creationId xmlns:a16="http://schemas.microsoft.com/office/drawing/2014/main" id="{3C4C45F2-F084-DE60-BAE1-440BAB5C5EF3}"/>
              </a:ext>
            </a:extLst>
          </p:cNvPr>
          <p:cNvSpPr>
            <a:spLocks noGrp="1"/>
          </p:cNvSpPr>
          <p:nvPr>
            <p:ph idx="1"/>
          </p:nvPr>
        </p:nvSpPr>
        <p:spPr/>
        <p:txBody>
          <a:bodyPr vert="horz" lIns="0" tIns="45720" rIns="0" bIns="45720" rtlCol="0" anchor="t">
            <a:normAutofit/>
          </a:bodyPr>
          <a:lstStyle/>
          <a:p>
            <a:pPr marL="0" indent="0" algn="just">
              <a:lnSpc>
                <a:spcPct val="70000"/>
              </a:lnSpc>
              <a:buNone/>
            </a:pPr>
            <a:r>
              <a:rPr lang="uk-UA">
                <a:ea typeface="+mn-lt"/>
                <a:cs typeface="+mn-lt"/>
              </a:rPr>
              <a:t>Відстань застосовується через поняття сусідів і зразків.</a:t>
            </a:r>
            <a:endParaRPr lang="uk-UA" dirty="0">
              <a:ea typeface="+mn-lt"/>
              <a:cs typeface="+mn-lt"/>
            </a:endParaRPr>
          </a:p>
          <a:p>
            <a:pPr marL="0" indent="0" algn="just">
              <a:lnSpc>
                <a:spcPct val="70000"/>
              </a:lnSpc>
              <a:buNone/>
            </a:pPr>
            <a:r>
              <a:rPr lang="uk-UA" b="1" dirty="0">
                <a:ea typeface="+mn-lt"/>
                <a:cs typeface="+mn-lt"/>
              </a:rPr>
              <a:t>Сусіди</a:t>
            </a:r>
            <a:r>
              <a:rPr lang="uk-UA" dirty="0">
                <a:ea typeface="+mn-lt"/>
                <a:cs typeface="+mn-lt"/>
              </a:rPr>
              <a:t> — це </a:t>
            </a:r>
            <a:r>
              <a:rPr lang="uk-UA" b="1" dirty="0">
                <a:ea typeface="+mn-lt"/>
                <a:cs typeface="+mn-lt"/>
              </a:rPr>
              <a:t>точки, близькі за </a:t>
            </a:r>
            <a:r>
              <a:rPr lang="uk-UA" b="1">
                <a:ea typeface="+mn-lt"/>
                <a:cs typeface="+mn-lt"/>
              </a:rPr>
              <a:t>відстанню, вираженою через зразки</a:t>
            </a:r>
            <a:r>
              <a:rPr lang="uk-UA">
                <a:ea typeface="+mn-lt"/>
                <a:cs typeface="+mn-lt"/>
              </a:rPr>
              <a:t>.</a:t>
            </a:r>
          </a:p>
          <a:p>
            <a:pPr marL="0" indent="0" algn="just">
              <a:lnSpc>
                <a:spcPct val="70000"/>
              </a:lnSpc>
              <a:buNone/>
            </a:pPr>
            <a:r>
              <a:rPr lang="uk-UA" b="1" dirty="0">
                <a:ea typeface="+mn-lt"/>
                <a:cs typeface="+mn-lt"/>
              </a:rPr>
              <a:t>Зразки</a:t>
            </a:r>
            <a:r>
              <a:rPr lang="uk-UA">
                <a:ea typeface="+mn-lt"/>
                <a:cs typeface="+mn-lt"/>
              </a:rPr>
              <a:t> — це</a:t>
            </a:r>
          </a:p>
          <a:p>
            <a:pPr marL="0" indent="0" algn="just">
              <a:lnSpc>
                <a:spcPct val="70000"/>
              </a:lnSpc>
              <a:buNone/>
            </a:pPr>
            <a:r>
              <a:rPr lang="uk-UA" b="1" dirty="0">
                <a:ea typeface="+mn-lt"/>
                <a:cs typeface="+mn-lt"/>
              </a:rPr>
              <a:t> </a:t>
            </a:r>
            <a:r>
              <a:rPr lang="uk-UA">
                <a:ea typeface="+mn-lt"/>
                <a:cs typeface="+mn-lt"/>
              </a:rPr>
              <a:t>•  </a:t>
            </a:r>
            <a:r>
              <a:rPr lang="uk-UA" b="1">
                <a:ea typeface="+mn-lt"/>
                <a:cs typeface="+mn-lt"/>
              </a:rPr>
              <a:t>або центроїди</a:t>
            </a:r>
            <a:r>
              <a:rPr lang="uk-UA">
                <a:ea typeface="+mn-lt"/>
                <a:cs typeface="+mn-lt"/>
              </a:rPr>
              <a:t>, які знаходять центр маси відповідно до обраної метрики відстані,</a:t>
            </a:r>
          </a:p>
          <a:p>
            <a:pPr marL="0" indent="0" algn="just">
              <a:lnSpc>
                <a:spcPct val="70000"/>
              </a:lnSpc>
              <a:buNone/>
            </a:pPr>
            <a:r>
              <a:rPr lang="uk-UA" b="1" dirty="0">
                <a:ea typeface="+mn-lt"/>
                <a:cs typeface="+mn-lt"/>
              </a:rPr>
              <a:t> </a:t>
            </a:r>
            <a:r>
              <a:rPr lang="uk-UA">
                <a:ea typeface="+mn-lt"/>
                <a:cs typeface="+mn-lt"/>
              </a:rPr>
              <a:t>•  </a:t>
            </a:r>
            <a:r>
              <a:rPr lang="uk-UA" b="1">
                <a:ea typeface="+mn-lt"/>
                <a:cs typeface="+mn-lt"/>
              </a:rPr>
              <a:t>або медоїди</a:t>
            </a:r>
            <a:r>
              <a:rPr lang="uk-UA">
                <a:ea typeface="+mn-lt"/>
                <a:cs typeface="+mn-lt"/>
              </a:rPr>
              <a:t>, які знаходять найбільш центрально розташовану точку даних.</a:t>
            </a:r>
          </a:p>
          <a:p>
            <a:pPr marL="0" indent="0" algn="just">
              <a:lnSpc>
                <a:spcPct val="70000"/>
              </a:lnSpc>
              <a:buNone/>
            </a:pPr>
            <a:r>
              <a:rPr lang="uk-UA">
                <a:ea typeface="+mn-lt"/>
                <a:cs typeface="+mn-lt"/>
              </a:rPr>
              <a:t>Найчастіше </a:t>
            </a:r>
            <a:r>
              <a:rPr lang="uk-UA" dirty="0">
                <a:ea typeface="+mn-lt"/>
                <a:cs typeface="+mn-lt"/>
              </a:rPr>
              <a:t>використовуваним центроїдом є середнє арифметичне, яке мінімізує квадрат </a:t>
            </a:r>
            <a:r>
              <a:rPr lang="uk-UA">
                <a:ea typeface="+mn-lt"/>
                <a:cs typeface="+mn-lt"/>
              </a:rPr>
              <a:t>евклідової відстані до всіх інших точок.</a:t>
            </a:r>
            <a:endParaRPr lang="uk-UA">
              <a:ea typeface="Calibri"/>
              <a:cs typeface="Calibri"/>
            </a:endParaRPr>
          </a:p>
          <a:p>
            <a:pPr marL="0" indent="0" algn="just">
              <a:lnSpc>
                <a:spcPct val="70000"/>
              </a:lnSpc>
              <a:buNone/>
            </a:pPr>
            <a:r>
              <a:rPr lang="uk-UA" dirty="0">
                <a:ea typeface="Calibri"/>
                <a:cs typeface="Calibri"/>
              </a:rPr>
              <a:t>Прикладами моделей, що базуються на відстані, є моделі найближчого сусіда, які </a:t>
            </a:r>
            <a:r>
              <a:rPr lang="uk-UA">
                <a:ea typeface="Calibri"/>
                <a:cs typeface="Calibri"/>
              </a:rPr>
              <a:t>використовують навчальні дані як зразки, наприклад, у класифікації.</a:t>
            </a:r>
          </a:p>
          <a:p>
            <a:pPr marL="0" indent="0" algn="just">
              <a:lnSpc>
                <a:spcPct val="70000"/>
              </a:lnSpc>
              <a:buNone/>
            </a:pPr>
            <a:r>
              <a:rPr lang="uk-UA">
                <a:ea typeface="Calibri"/>
                <a:cs typeface="Calibri"/>
              </a:rPr>
              <a:t>Алгоритм кластеризації </a:t>
            </a:r>
            <a:r>
              <a:rPr lang="uk-UA" dirty="0">
                <a:ea typeface="Calibri"/>
                <a:cs typeface="Calibri"/>
              </a:rPr>
              <a:t>K-means також використовує зразки для створення кластерів подібних точок даних.</a:t>
            </a:r>
            <a:endParaRPr lang="uk-UA">
              <a:ea typeface="Calibri"/>
              <a:cs typeface="Calibri"/>
            </a:endParaRPr>
          </a:p>
          <a:p>
            <a:pPr marL="0" indent="0" algn="just">
              <a:lnSpc>
                <a:spcPct val="70000"/>
              </a:lnSpc>
              <a:buNone/>
            </a:pPr>
            <a:endParaRPr lang="uk-UA" dirty="0">
              <a:ea typeface="Calibri"/>
              <a:cs typeface="Calibri"/>
            </a:endParaRPr>
          </a:p>
          <a:p>
            <a:pPr marL="0" indent="0" algn="just">
              <a:lnSpc>
                <a:spcPct val="70000"/>
              </a:lnSpc>
              <a:buNone/>
            </a:pPr>
            <a:endParaRPr lang="uk-UA" dirty="0">
              <a:ea typeface="Calibri"/>
              <a:cs typeface="Calibri"/>
            </a:endParaRPr>
          </a:p>
          <a:p>
            <a:pPr marL="0" indent="0" algn="just">
              <a:lnSpc>
                <a:spcPct val="70000"/>
              </a:lnSpc>
              <a:buNone/>
            </a:pPr>
            <a:endParaRPr lang="uk-UA" dirty="0">
              <a:ea typeface="Calibri"/>
              <a:cs typeface="Calibri"/>
            </a:endParaRPr>
          </a:p>
        </p:txBody>
      </p:sp>
    </p:spTree>
    <p:extLst>
      <p:ext uri="{BB962C8B-B14F-4D97-AF65-F5344CB8AC3E}">
        <p14:creationId xmlns:p14="http://schemas.microsoft.com/office/powerpoint/2010/main" val="3585882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E64C9-8D4E-11FF-6628-2287DC46A494}"/>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624FC7AC-5C5D-CC80-02DE-BC7F102082F6}"/>
              </a:ext>
            </a:extLst>
          </p:cNvPr>
          <p:cNvSpPr>
            <a:spLocks noGrp="1"/>
          </p:cNvSpPr>
          <p:nvPr>
            <p:ph type="title"/>
          </p:nvPr>
        </p:nvSpPr>
        <p:spPr/>
        <p:txBody>
          <a:bodyPr>
            <a:normAutofit/>
          </a:bodyPr>
          <a:lstStyle/>
          <a:p>
            <a:r>
              <a:rPr lang="uk-UA">
                <a:ea typeface="+mj-lt"/>
                <a:cs typeface="+mj-lt"/>
              </a:rPr>
              <a:t>Ймовірнісні моделі</a:t>
            </a:r>
            <a:endParaRPr lang="uk-UA"/>
          </a:p>
        </p:txBody>
      </p:sp>
      <p:sp>
        <p:nvSpPr>
          <p:cNvPr id="3" name="Місце для вмісту 2">
            <a:extLst>
              <a:ext uri="{FF2B5EF4-FFF2-40B4-BE49-F238E27FC236}">
                <a16:creationId xmlns:a16="http://schemas.microsoft.com/office/drawing/2014/main" id="{1031B074-8F38-D950-CF7E-335DB6FADE11}"/>
              </a:ext>
            </a:extLst>
          </p:cNvPr>
          <p:cNvSpPr>
            <a:spLocks noGrp="1"/>
          </p:cNvSpPr>
          <p:nvPr>
            <p:ph idx="1"/>
          </p:nvPr>
        </p:nvSpPr>
        <p:spPr/>
        <p:txBody>
          <a:bodyPr vert="horz" lIns="0" tIns="45720" rIns="0" bIns="45720" rtlCol="0" anchor="t">
            <a:normAutofit/>
          </a:bodyPr>
          <a:lstStyle/>
          <a:p>
            <a:pPr marL="0" indent="0" algn="just">
              <a:lnSpc>
                <a:spcPct val="70000"/>
              </a:lnSpc>
              <a:buNone/>
            </a:pPr>
            <a:r>
              <a:rPr lang="uk-UA" dirty="0">
                <a:ea typeface="+mn-lt"/>
                <a:cs typeface="+mn-lt"/>
              </a:rPr>
              <a:t>Попередньо ми вже бачили, що алгоритм k-найближчих сусідів використовує поняття відстані (наприклад, евклідову відстань) для класифікації об'єктів, а логічні моделі </a:t>
            </a:r>
            <a:r>
              <a:rPr lang="uk-UA">
                <a:ea typeface="+mn-lt"/>
                <a:cs typeface="+mn-lt"/>
              </a:rPr>
              <a:t>використовують логічні вирази для поділу простору екземплярів.</a:t>
            </a:r>
            <a:endParaRPr lang="uk-UA" dirty="0">
              <a:ea typeface="+mn-lt"/>
              <a:cs typeface="+mn-lt"/>
            </a:endParaRPr>
          </a:p>
          <a:p>
            <a:pPr marL="0" indent="0" algn="just">
              <a:lnSpc>
                <a:spcPct val="70000"/>
              </a:lnSpc>
              <a:buNone/>
            </a:pPr>
            <a:r>
              <a:rPr lang="uk-UA">
                <a:ea typeface="+mn-lt"/>
                <a:cs typeface="+mn-lt"/>
              </a:rPr>
              <a:t>У цьому розділі ми </a:t>
            </a:r>
            <a:r>
              <a:rPr lang="uk-UA" dirty="0">
                <a:ea typeface="+mn-lt"/>
                <a:cs typeface="+mn-lt"/>
              </a:rPr>
              <a:t>розглянемо, як </a:t>
            </a:r>
            <a:r>
              <a:rPr lang="uk-UA" b="1" dirty="0">
                <a:ea typeface="+mn-lt"/>
                <a:cs typeface="+mn-lt"/>
              </a:rPr>
              <a:t>імовірнісні моделі використовують поняття ймовірності для класифікації нових об'єктів</a:t>
            </a:r>
            <a:r>
              <a:rPr lang="uk-UA" dirty="0">
                <a:ea typeface="+mn-lt"/>
                <a:cs typeface="+mn-lt"/>
              </a:rPr>
              <a:t>.</a:t>
            </a:r>
            <a:endParaRPr lang="uk-UA">
              <a:ea typeface="Calibri"/>
              <a:cs typeface="Calibri"/>
            </a:endParaRPr>
          </a:p>
          <a:p>
            <a:pPr marL="0" indent="0" algn="just">
              <a:lnSpc>
                <a:spcPct val="70000"/>
              </a:lnSpc>
              <a:buNone/>
            </a:pPr>
            <a:endParaRPr lang="uk-UA" dirty="0">
              <a:ea typeface="Calibri"/>
              <a:cs typeface="Calibri"/>
            </a:endParaRPr>
          </a:p>
        </p:txBody>
      </p:sp>
    </p:spTree>
    <p:extLst>
      <p:ext uri="{BB962C8B-B14F-4D97-AF65-F5344CB8AC3E}">
        <p14:creationId xmlns:p14="http://schemas.microsoft.com/office/powerpoint/2010/main" val="37652254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9576E-249F-D28A-BAC8-101D523FD12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2348D86-C5BD-A649-58F1-D5A38E46AAF6}"/>
              </a:ext>
            </a:extLst>
          </p:cNvPr>
          <p:cNvSpPr>
            <a:spLocks noGrp="1"/>
          </p:cNvSpPr>
          <p:nvPr>
            <p:ph type="title"/>
          </p:nvPr>
        </p:nvSpPr>
        <p:spPr/>
        <p:txBody>
          <a:bodyPr>
            <a:normAutofit/>
          </a:bodyPr>
          <a:lstStyle/>
          <a:p>
            <a:r>
              <a:rPr lang="uk-UA">
                <a:ea typeface="+mj-lt"/>
                <a:cs typeface="+mj-lt"/>
              </a:rPr>
              <a:t>Ймовірнісні моделі</a:t>
            </a:r>
            <a:endParaRPr lang="uk-UA"/>
          </a:p>
        </p:txBody>
      </p:sp>
      <p:sp>
        <p:nvSpPr>
          <p:cNvPr id="3" name="Місце для вмісту 2">
            <a:extLst>
              <a:ext uri="{FF2B5EF4-FFF2-40B4-BE49-F238E27FC236}">
                <a16:creationId xmlns:a16="http://schemas.microsoft.com/office/drawing/2014/main" id="{BCC0BF71-4C79-284F-44EA-D0F92B6684F3}"/>
              </a:ext>
            </a:extLst>
          </p:cNvPr>
          <p:cNvSpPr>
            <a:spLocks noGrp="1"/>
          </p:cNvSpPr>
          <p:nvPr>
            <p:ph idx="1"/>
          </p:nvPr>
        </p:nvSpPr>
        <p:spPr/>
        <p:txBody>
          <a:bodyPr vert="horz" lIns="0" tIns="45720" rIns="0" bIns="45720" rtlCol="0" anchor="t">
            <a:normAutofit/>
          </a:bodyPr>
          <a:lstStyle/>
          <a:p>
            <a:pPr marL="0" indent="0" algn="just">
              <a:lnSpc>
                <a:spcPct val="70000"/>
              </a:lnSpc>
              <a:buNone/>
            </a:pPr>
            <a:r>
              <a:rPr lang="uk-UA" b="1">
                <a:ea typeface="+mn-lt"/>
                <a:cs typeface="+mn-lt"/>
              </a:rPr>
              <a:t>Імовірнісні моделі розглядають ознаки та цільові змінні як випадкові змінні</a:t>
            </a:r>
            <a:r>
              <a:rPr lang="uk-UA">
                <a:ea typeface="+mn-lt"/>
                <a:cs typeface="+mn-lt"/>
              </a:rPr>
              <a:t>.</a:t>
            </a:r>
            <a:endParaRPr lang="uk-UA" dirty="0">
              <a:ea typeface="+mn-lt"/>
              <a:cs typeface="+mn-lt"/>
            </a:endParaRPr>
          </a:p>
          <a:p>
            <a:pPr marL="0" indent="0" algn="just">
              <a:lnSpc>
                <a:spcPct val="70000"/>
              </a:lnSpc>
              <a:buNone/>
            </a:pPr>
            <a:r>
              <a:rPr lang="uk-UA" dirty="0">
                <a:ea typeface="+mn-lt"/>
                <a:cs typeface="+mn-lt"/>
              </a:rPr>
              <a:t>Процес </a:t>
            </a:r>
            <a:r>
              <a:rPr lang="uk-UA">
                <a:ea typeface="+mn-lt"/>
                <a:cs typeface="+mn-lt"/>
              </a:rPr>
              <a:t>моделювання відображає та маніпулює рівнем невизначеності щодо цих змінних.</a:t>
            </a:r>
          </a:p>
          <a:p>
            <a:pPr marL="0" indent="0" algn="just">
              <a:lnSpc>
                <a:spcPct val="70000"/>
              </a:lnSpc>
              <a:buNone/>
            </a:pPr>
            <a:r>
              <a:rPr lang="uk-UA">
                <a:ea typeface="+mn-lt"/>
                <a:cs typeface="+mn-lt"/>
              </a:rPr>
              <a:t>Існує два типи імовірнісних моделей:</a:t>
            </a:r>
          </a:p>
          <a:p>
            <a:pPr marL="0" indent="0" algn="just">
              <a:lnSpc>
                <a:spcPct val="70000"/>
              </a:lnSpc>
              <a:buNone/>
            </a:pPr>
            <a:r>
              <a:rPr lang="uk-UA" dirty="0">
                <a:ea typeface="+mn-lt"/>
                <a:cs typeface="+mn-lt"/>
              </a:rPr>
              <a:t>• </a:t>
            </a:r>
            <a:r>
              <a:rPr lang="uk-UA" b="1">
                <a:ea typeface="+mn-lt"/>
                <a:cs typeface="+mn-lt"/>
              </a:rPr>
              <a:t>Прогнозні</a:t>
            </a:r>
            <a:endParaRPr lang="uk-UA" dirty="0">
              <a:ea typeface="+mn-lt"/>
              <a:cs typeface="+mn-lt"/>
            </a:endParaRPr>
          </a:p>
          <a:p>
            <a:pPr marL="0" indent="0" algn="just">
              <a:lnSpc>
                <a:spcPct val="70000"/>
              </a:lnSpc>
              <a:buNone/>
            </a:pPr>
            <a:r>
              <a:rPr lang="uk-UA">
                <a:ea typeface="+mn-lt"/>
                <a:cs typeface="+mn-lt"/>
              </a:rPr>
              <a:t>• </a:t>
            </a:r>
            <a:r>
              <a:rPr lang="uk-UA" b="1">
                <a:ea typeface="+mn-lt"/>
                <a:cs typeface="+mn-lt"/>
              </a:rPr>
              <a:t>Генеративні</a:t>
            </a:r>
            <a:r>
              <a:rPr lang="uk-UA">
                <a:ea typeface="+mn-lt"/>
                <a:cs typeface="+mn-lt"/>
              </a:rPr>
              <a:t>.</a:t>
            </a:r>
            <a:endParaRPr lang="uk-UA">
              <a:ea typeface="Calibri"/>
              <a:cs typeface="Calibri"/>
            </a:endParaRPr>
          </a:p>
          <a:p>
            <a:pPr marL="0" indent="0" algn="just">
              <a:lnSpc>
                <a:spcPct val="70000"/>
              </a:lnSpc>
              <a:buNone/>
            </a:pPr>
            <a:endParaRPr lang="uk-UA" dirty="0">
              <a:ea typeface="Calibri"/>
              <a:cs typeface="Calibri"/>
            </a:endParaRPr>
          </a:p>
        </p:txBody>
      </p:sp>
    </p:spTree>
    <p:extLst>
      <p:ext uri="{BB962C8B-B14F-4D97-AF65-F5344CB8AC3E}">
        <p14:creationId xmlns:p14="http://schemas.microsoft.com/office/powerpoint/2010/main" val="27971395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E5A95-E100-8226-8B94-166AC7C97F6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E9E00C4-D072-35AA-130D-553ECC7AB916}"/>
              </a:ext>
            </a:extLst>
          </p:cNvPr>
          <p:cNvSpPr>
            <a:spLocks noGrp="1"/>
          </p:cNvSpPr>
          <p:nvPr>
            <p:ph type="title"/>
          </p:nvPr>
        </p:nvSpPr>
        <p:spPr/>
        <p:txBody>
          <a:bodyPr>
            <a:normAutofit/>
          </a:bodyPr>
          <a:lstStyle/>
          <a:p>
            <a:r>
              <a:rPr lang="uk-UA">
                <a:ea typeface="+mj-lt"/>
                <a:cs typeface="+mj-lt"/>
              </a:rPr>
              <a:t>Ймовірнісні моделі</a:t>
            </a:r>
            <a:endParaRPr lang="uk-UA"/>
          </a:p>
        </p:txBody>
      </p:sp>
      <p:sp>
        <p:nvSpPr>
          <p:cNvPr id="3" name="Місце для вмісту 2">
            <a:extLst>
              <a:ext uri="{FF2B5EF4-FFF2-40B4-BE49-F238E27FC236}">
                <a16:creationId xmlns:a16="http://schemas.microsoft.com/office/drawing/2014/main" id="{3A5E7CEA-5F6B-3353-4C0D-7AB05F32E216}"/>
              </a:ext>
            </a:extLst>
          </p:cNvPr>
          <p:cNvSpPr>
            <a:spLocks noGrp="1"/>
          </p:cNvSpPr>
          <p:nvPr>
            <p:ph idx="1"/>
          </p:nvPr>
        </p:nvSpPr>
        <p:spPr/>
        <p:txBody>
          <a:bodyPr vert="horz" lIns="0" tIns="45720" rIns="0" bIns="45720" rtlCol="0" anchor="t">
            <a:normAutofit/>
          </a:bodyPr>
          <a:lstStyle/>
          <a:p>
            <a:pPr marL="0" indent="0" algn="just">
              <a:lnSpc>
                <a:spcPct val="70000"/>
              </a:lnSpc>
              <a:buNone/>
            </a:pPr>
            <a:r>
              <a:rPr lang="uk-UA" b="1" dirty="0">
                <a:ea typeface="+mn-lt"/>
                <a:cs typeface="+mn-lt"/>
              </a:rPr>
              <a:t>Прогнозні</a:t>
            </a:r>
            <a:r>
              <a:rPr lang="uk-UA" dirty="0">
                <a:ea typeface="+mn-lt"/>
                <a:cs typeface="+mn-lt"/>
              </a:rPr>
              <a:t> імовірнісні моделі </a:t>
            </a:r>
            <a:r>
              <a:rPr lang="uk-UA">
                <a:ea typeface="+mn-lt"/>
                <a:cs typeface="+mn-lt"/>
              </a:rPr>
              <a:t>використовують ідею </a:t>
            </a:r>
            <a:r>
              <a:rPr lang="uk-UA" b="1">
                <a:ea typeface="+mn-lt"/>
                <a:cs typeface="+mn-lt"/>
              </a:rPr>
              <a:t>умовного розподілу</a:t>
            </a:r>
            <a:r>
              <a:rPr lang="uk-UA">
                <a:ea typeface="+mn-lt"/>
                <a:cs typeface="+mn-lt"/>
              </a:rPr>
              <a:t> ймовірностей</a:t>
            </a:r>
            <a:endParaRPr lang="uk-UA"/>
          </a:p>
          <a:p>
            <a:pPr marL="0" indent="0" algn="just">
              <a:lnSpc>
                <a:spcPct val="70000"/>
              </a:lnSpc>
              <a:buNone/>
            </a:pPr>
            <a:r>
              <a:rPr lang="uk-UA" i="1" dirty="0">
                <a:ea typeface="+mn-lt"/>
                <a:cs typeface="+mn-lt"/>
              </a:rPr>
              <a:t>P(Y|X)</a:t>
            </a:r>
            <a:r>
              <a:rPr lang="uk-UA" dirty="0">
                <a:ea typeface="+mn-lt"/>
                <a:cs typeface="+mn-lt"/>
              </a:rPr>
              <a:t> за допомогою якого на основі X можна передбачити </a:t>
            </a:r>
            <a:r>
              <a:rPr lang="uk-UA" i="1">
                <a:ea typeface="+mn-lt"/>
                <a:cs typeface="+mn-lt"/>
              </a:rPr>
              <a:t>Y</a:t>
            </a:r>
            <a:r>
              <a:rPr lang="uk-UA">
                <a:ea typeface="+mn-lt"/>
                <a:cs typeface="+mn-lt"/>
              </a:rPr>
              <a:t>.</a:t>
            </a:r>
            <a:endParaRPr lang="uk-UA"/>
          </a:p>
          <a:p>
            <a:pPr marL="0" indent="0" algn="just">
              <a:lnSpc>
                <a:spcPct val="70000"/>
              </a:lnSpc>
              <a:buNone/>
            </a:pPr>
            <a:r>
              <a:rPr lang="uk-UA" b="1" dirty="0">
                <a:ea typeface="+mn-lt"/>
                <a:cs typeface="+mn-lt"/>
              </a:rPr>
              <a:t>Генеративні моделі</a:t>
            </a:r>
            <a:r>
              <a:rPr lang="uk-UA" dirty="0">
                <a:ea typeface="+mn-lt"/>
                <a:cs typeface="+mn-lt"/>
              </a:rPr>
              <a:t> оцінюють </a:t>
            </a:r>
            <a:r>
              <a:rPr lang="uk-UA" b="1" dirty="0">
                <a:ea typeface="+mn-lt"/>
                <a:cs typeface="+mn-lt"/>
              </a:rPr>
              <a:t>спільний розподіл</a:t>
            </a:r>
            <a:r>
              <a:rPr lang="uk-UA" dirty="0">
                <a:ea typeface="+mn-lt"/>
                <a:cs typeface="+mn-lt"/>
              </a:rPr>
              <a:t> P(Y,X). Як тільки ми знаємо спільний розподіл для генеративних моделей, ми можемо отримати будь-який умовний або </a:t>
            </a:r>
            <a:r>
              <a:rPr lang="uk-UA">
                <a:ea typeface="+mn-lt"/>
                <a:cs typeface="+mn-lt"/>
              </a:rPr>
              <a:t>граничний розподіл, що включає ті самі змінні.</a:t>
            </a:r>
            <a:endParaRPr lang="uk-UA"/>
          </a:p>
          <a:p>
            <a:pPr marL="0" indent="0" algn="just">
              <a:lnSpc>
                <a:spcPct val="70000"/>
              </a:lnSpc>
              <a:buNone/>
            </a:pPr>
            <a:r>
              <a:rPr lang="uk-UA" dirty="0">
                <a:ea typeface="+mn-lt"/>
                <a:cs typeface="+mn-lt"/>
              </a:rPr>
              <a:t>Таким чином, генеративна модель здатна створювати нові точки даних та їх мітки, знаючи </a:t>
            </a:r>
            <a:r>
              <a:rPr lang="uk-UA">
                <a:ea typeface="+mn-lt"/>
                <a:cs typeface="+mn-lt"/>
              </a:rPr>
              <a:t>спільний розподіл ймовірностей.</a:t>
            </a:r>
          </a:p>
          <a:p>
            <a:pPr marL="0" indent="0" algn="just">
              <a:lnSpc>
                <a:spcPct val="70000"/>
              </a:lnSpc>
              <a:buNone/>
            </a:pPr>
            <a:r>
              <a:rPr lang="uk-UA" dirty="0">
                <a:ea typeface="+mn-lt"/>
                <a:cs typeface="+mn-lt"/>
              </a:rPr>
              <a:t>Спільний розподіл шукає взаємозв'язок між двома змінними. Як тільки цей взаємозв'язок </a:t>
            </a:r>
            <a:r>
              <a:rPr lang="uk-UA">
                <a:ea typeface="+mn-lt"/>
                <a:cs typeface="+mn-lt"/>
              </a:rPr>
              <a:t>встановлено, можна зробити висновок про нові точки даних.</a:t>
            </a:r>
          </a:p>
          <a:p>
            <a:pPr marL="0" indent="0" algn="just">
              <a:lnSpc>
                <a:spcPct val="70000"/>
              </a:lnSpc>
              <a:buNone/>
            </a:pPr>
            <a:r>
              <a:rPr lang="uk-UA" b="1">
                <a:ea typeface="+mn-lt"/>
                <a:cs typeface="+mn-lt"/>
              </a:rPr>
              <a:t>Наївний Байєс</a:t>
            </a:r>
            <a:r>
              <a:rPr lang="uk-UA">
                <a:ea typeface="+mn-lt"/>
                <a:cs typeface="+mn-lt"/>
              </a:rPr>
              <a:t> є прикладом </a:t>
            </a:r>
            <a:r>
              <a:rPr lang="uk-UA" dirty="0">
                <a:ea typeface="+mn-lt"/>
                <a:cs typeface="+mn-lt"/>
              </a:rPr>
              <a:t>імовірнісного класифікатора.</a:t>
            </a:r>
            <a:endParaRPr lang="uk-UA">
              <a:ea typeface="Calibri"/>
              <a:cs typeface="Calibri"/>
            </a:endParaRPr>
          </a:p>
          <a:p>
            <a:pPr marL="0" indent="0" algn="just">
              <a:lnSpc>
                <a:spcPct val="70000"/>
              </a:lnSpc>
              <a:buNone/>
            </a:pPr>
            <a:endParaRPr lang="uk-UA" dirty="0">
              <a:ea typeface="Calibri"/>
              <a:cs typeface="Calibri"/>
            </a:endParaRPr>
          </a:p>
        </p:txBody>
      </p:sp>
      <p:pic>
        <p:nvPicPr>
          <p:cNvPr id="4" name="Рисунок 3" descr="Зображення, що містить Шрифт, білий, текст, типографія&#10;&#10;Вміст на основі ШІ може бути неправильним.">
            <a:extLst>
              <a:ext uri="{FF2B5EF4-FFF2-40B4-BE49-F238E27FC236}">
                <a16:creationId xmlns:a16="http://schemas.microsoft.com/office/drawing/2014/main" id="{5D27DD2A-1203-9835-F1C6-D6B063C0DB44}"/>
              </a:ext>
            </a:extLst>
          </p:cNvPr>
          <p:cNvPicPr>
            <a:picLocks noChangeAspect="1"/>
          </p:cNvPicPr>
          <p:nvPr/>
        </p:nvPicPr>
        <p:blipFill>
          <a:blip r:embed="rId2"/>
          <a:stretch>
            <a:fillRect/>
          </a:stretch>
        </p:blipFill>
        <p:spPr>
          <a:xfrm>
            <a:off x="4664075" y="5182053"/>
            <a:ext cx="2918278" cy="875392"/>
          </a:xfrm>
          <a:prstGeom prst="rect">
            <a:avLst/>
          </a:prstGeom>
          <a:ln>
            <a:solidFill>
              <a:schemeClr val="bg1"/>
            </a:solidFill>
          </a:ln>
        </p:spPr>
      </p:pic>
    </p:spTree>
    <p:extLst>
      <p:ext uri="{BB962C8B-B14F-4D97-AF65-F5344CB8AC3E}">
        <p14:creationId xmlns:p14="http://schemas.microsoft.com/office/powerpoint/2010/main" val="5093346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272DB-DE54-0B81-A089-15F5B5D68DC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C7FBDB6-DFCC-DE38-70CC-7DA20F882FEB}"/>
              </a:ext>
            </a:extLst>
          </p:cNvPr>
          <p:cNvSpPr>
            <a:spLocks noGrp="1"/>
          </p:cNvSpPr>
          <p:nvPr>
            <p:ph type="title"/>
          </p:nvPr>
        </p:nvSpPr>
        <p:spPr/>
        <p:txBody>
          <a:bodyPr>
            <a:normAutofit/>
          </a:bodyPr>
          <a:lstStyle/>
          <a:p>
            <a:r>
              <a:rPr lang="uk-UA">
                <a:ea typeface="+mj-lt"/>
                <a:cs typeface="+mj-lt"/>
              </a:rPr>
              <a:t>Групування та оцінювання</a:t>
            </a:r>
            <a:endParaRPr lang="uk-UA"/>
          </a:p>
        </p:txBody>
      </p:sp>
      <p:sp>
        <p:nvSpPr>
          <p:cNvPr id="3" name="Місце для вмісту 2">
            <a:extLst>
              <a:ext uri="{FF2B5EF4-FFF2-40B4-BE49-F238E27FC236}">
                <a16:creationId xmlns:a16="http://schemas.microsoft.com/office/drawing/2014/main" id="{037AFC25-EBF5-FA6D-3992-7811901F1720}"/>
              </a:ext>
            </a:extLst>
          </p:cNvPr>
          <p:cNvSpPr>
            <a:spLocks noGrp="1"/>
          </p:cNvSpPr>
          <p:nvPr>
            <p:ph idx="1"/>
          </p:nvPr>
        </p:nvSpPr>
        <p:spPr/>
        <p:txBody>
          <a:bodyPr vert="horz" lIns="0" tIns="45720" rIns="0" bIns="45720" rtlCol="0" anchor="t">
            <a:normAutofit/>
          </a:bodyPr>
          <a:lstStyle/>
          <a:p>
            <a:pPr marL="0" indent="0" algn="just">
              <a:lnSpc>
                <a:spcPct val="70000"/>
              </a:lnSpc>
              <a:buNone/>
            </a:pPr>
            <a:r>
              <a:rPr lang="uk-UA" b="1">
                <a:ea typeface="+mn-lt"/>
                <a:cs typeface="+mn-lt"/>
              </a:rPr>
              <a:t>Моделі групування розбивають простір екземплярів на групи або сегменти</a:t>
            </a:r>
            <a:endParaRPr lang="uk-UA" dirty="0">
              <a:ea typeface="+mn-lt"/>
              <a:cs typeface="+mn-lt"/>
            </a:endParaRPr>
          </a:p>
          <a:p>
            <a:pPr marL="0" indent="0" algn="just">
              <a:lnSpc>
                <a:spcPct val="70000"/>
              </a:lnSpc>
              <a:buNone/>
            </a:pPr>
            <a:r>
              <a:rPr lang="uk-UA" dirty="0">
                <a:ea typeface="+mn-lt"/>
                <a:cs typeface="+mn-lt"/>
              </a:rPr>
              <a:t>і в кожному </a:t>
            </a:r>
            <a:r>
              <a:rPr lang="uk-UA">
                <a:ea typeface="+mn-lt"/>
                <a:cs typeface="+mn-lt"/>
              </a:rPr>
              <a:t>сегменті застосовують дуже простий метод (наприклад, клас більшості)</a:t>
            </a:r>
            <a:endParaRPr lang="uk-UA" dirty="0">
              <a:ea typeface="Calibri" panose="020F0502020204030204"/>
              <a:cs typeface="Calibri" panose="020F0502020204030204"/>
            </a:endParaRPr>
          </a:p>
          <a:p>
            <a:pPr marL="0" indent="0" algn="just">
              <a:lnSpc>
                <a:spcPct val="70000"/>
              </a:lnSpc>
              <a:buNone/>
            </a:pPr>
            <a:r>
              <a:rPr lang="uk-UA" dirty="0">
                <a:ea typeface="+mn-lt"/>
                <a:cs typeface="+mn-lt"/>
              </a:rPr>
              <a:t> </a:t>
            </a:r>
            <a:r>
              <a:rPr lang="uk-UA">
                <a:ea typeface="+mn-lt"/>
                <a:cs typeface="+mn-lt"/>
              </a:rPr>
              <a:t>• Наприклад, дерево рішень, KNN.</a:t>
            </a:r>
            <a:endParaRPr lang="uk-UA"/>
          </a:p>
          <a:p>
            <a:pPr marL="0" indent="0" algn="just">
              <a:lnSpc>
                <a:spcPct val="70000"/>
              </a:lnSpc>
              <a:buNone/>
            </a:pPr>
            <a:r>
              <a:rPr lang="uk-UA" b="1">
                <a:ea typeface="+mn-lt"/>
                <a:cs typeface="+mn-lt"/>
              </a:rPr>
              <a:t>Моделі оцінювання формують одну глобальну модель над простором екземплярів</a:t>
            </a:r>
            <a:endParaRPr lang="uk-UA"/>
          </a:p>
          <a:p>
            <a:pPr marL="0" indent="0" algn="just">
              <a:lnSpc>
                <a:spcPct val="70000"/>
              </a:lnSpc>
              <a:buNone/>
            </a:pPr>
            <a:r>
              <a:rPr lang="uk-UA" dirty="0">
                <a:ea typeface="+mn-lt"/>
                <a:cs typeface="+mn-lt"/>
              </a:rPr>
              <a:t> • </a:t>
            </a:r>
            <a:r>
              <a:rPr lang="uk-UA">
                <a:ea typeface="+mn-lt"/>
                <a:cs typeface="+mn-lt"/>
              </a:rPr>
              <a:t>Наприклад, лінійні класифікатори – нейронні мережі.</a:t>
            </a:r>
            <a:endParaRPr lang="uk-UA"/>
          </a:p>
          <a:p>
            <a:pPr marL="0" indent="0" algn="just">
              <a:lnSpc>
                <a:spcPct val="70000"/>
              </a:lnSpc>
              <a:buNone/>
            </a:pPr>
            <a:endParaRPr lang="uk-UA" dirty="0">
              <a:ea typeface="Calibri"/>
              <a:cs typeface="Calibri"/>
            </a:endParaRPr>
          </a:p>
        </p:txBody>
      </p:sp>
    </p:spTree>
    <p:extLst>
      <p:ext uri="{BB962C8B-B14F-4D97-AF65-F5344CB8AC3E}">
        <p14:creationId xmlns:p14="http://schemas.microsoft.com/office/powerpoint/2010/main" val="13634896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9CDD71-D81C-0EDA-4CB9-62B96AFFAA0E}"/>
              </a:ext>
            </a:extLst>
          </p:cNvPr>
          <p:cNvSpPr>
            <a:spLocks noGrp="1"/>
          </p:cNvSpPr>
          <p:nvPr>
            <p:ph type="title"/>
          </p:nvPr>
        </p:nvSpPr>
        <p:spPr/>
        <p:txBody>
          <a:bodyPr/>
          <a:lstStyle/>
          <a:p>
            <a:r>
              <a:rPr lang="uk-UA">
                <a:ea typeface="Calibri Light"/>
                <a:cs typeface="Calibri Light"/>
              </a:rPr>
              <a:t>Навчання моделей</a:t>
            </a:r>
            <a:endParaRPr lang="uk-UA"/>
          </a:p>
        </p:txBody>
      </p:sp>
      <p:sp>
        <p:nvSpPr>
          <p:cNvPr id="3" name="Місце для вмісту 2">
            <a:extLst>
              <a:ext uri="{FF2B5EF4-FFF2-40B4-BE49-F238E27FC236}">
                <a16:creationId xmlns:a16="http://schemas.microsoft.com/office/drawing/2014/main" id="{17FC7D84-BEAF-4329-C80F-34C8CBC9E988}"/>
              </a:ext>
            </a:extLst>
          </p:cNvPr>
          <p:cNvSpPr>
            <a:spLocks noGrp="1"/>
          </p:cNvSpPr>
          <p:nvPr>
            <p:ph type="body" idx="1"/>
          </p:nvPr>
        </p:nvSpPr>
        <p:spPr/>
        <p:txBody>
          <a:bodyPr/>
          <a:lstStyle/>
          <a:p>
            <a:endParaRPr lang="uk-UA"/>
          </a:p>
        </p:txBody>
      </p:sp>
    </p:spTree>
    <p:extLst>
      <p:ext uri="{BB962C8B-B14F-4D97-AF65-F5344CB8AC3E}">
        <p14:creationId xmlns:p14="http://schemas.microsoft.com/office/powerpoint/2010/main" val="32573771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C56A1-4B99-6CBB-0816-A3997F11907D}"/>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FEF379DE-188C-F067-4893-63D93FA0BD46}"/>
              </a:ext>
            </a:extLst>
          </p:cNvPr>
          <p:cNvSpPr>
            <a:spLocks noGrp="1"/>
          </p:cNvSpPr>
          <p:nvPr>
            <p:ph type="title"/>
          </p:nvPr>
        </p:nvSpPr>
        <p:spPr/>
        <p:txBody>
          <a:bodyPr>
            <a:normAutofit/>
          </a:bodyPr>
          <a:lstStyle/>
          <a:p>
            <a:r>
              <a:rPr lang="uk-UA">
                <a:ea typeface="+mj-lt"/>
                <a:cs typeface="+mj-lt"/>
              </a:rPr>
              <a:t>Навчання моделей</a:t>
            </a:r>
            <a:endParaRPr lang="uk-UA">
              <a:ea typeface="Calibri Light"/>
              <a:cs typeface="Calibri Light"/>
            </a:endParaRPr>
          </a:p>
        </p:txBody>
      </p:sp>
      <p:sp>
        <p:nvSpPr>
          <p:cNvPr id="3" name="Місце для вмісту 2">
            <a:extLst>
              <a:ext uri="{FF2B5EF4-FFF2-40B4-BE49-F238E27FC236}">
                <a16:creationId xmlns:a16="http://schemas.microsoft.com/office/drawing/2014/main" id="{95EA35F5-8F9A-0C08-DA6F-3A3C283E9433}"/>
              </a:ext>
            </a:extLst>
          </p:cNvPr>
          <p:cNvSpPr>
            <a:spLocks noGrp="1"/>
          </p:cNvSpPr>
          <p:nvPr>
            <p:ph idx="1"/>
          </p:nvPr>
        </p:nvSpPr>
        <p:spPr/>
        <p:txBody>
          <a:bodyPr vert="horz" lIns="0" tIns="45720" rIns="0" bIns="45720" rtlCol="0" anchor="t">
            <a:normAutofit/>
          </a:bodyPr>
          <a:lstStyle/>
          <a:p>
            <a:pPr marL="0" indent="0" algn="just">
              <a:lnSpc>
                <a:spcPct val="70000"/>
              </a:lnSpc>
              <a:buNone/>
            </a:pPr>
            <a:r>
              <a:rPr lang="uk-UA">
                <a:ea typeface="+mn-lt"/>
                <a:cs typeface="+mn-lt"/>
              </a:rPr>
              <a:t>Як уже зазначалось для будь-якої системи навчання ми повинні знати три елементи:</a:t>
            </a:r>
            <a:endParaRPr lang="uk-UA" dirty="0">
              <a:ea typeface="+mn-lt"/>
              <a:cs typeface="+mn-lt"/>
            </a:endParaRPr>
          </a:p>
          <a:p>
            <a:pPr marL="0" indent="0" algn="just">
              <a:lnSpc>
                <a:spcPct val="70000"/>
              </a:lnSpc>
              <a:buNone/>
            </a:pPr>
            <a:r>
              <a:rPr lang="uk-UA" b="1" i="1" dirty="0">
                <a:ea typeface="+mn-lt"/>
                <a:cs typeface="+mn-lt"/>
              </a:rPr>
              <a:t>T (завдання), P (оцінка </a:t>
            </a:r>
            <a:r>
              <a:rPr lang="uk-UA" b="1" i="1">
                <a:ea typeface="+mn-lt"/>
                <a:cs typeface="+mn-lt"/>
              </a:rPr>
              <a:t>ефективності) та E (досвід навчання)</a:t>
            </a:r>
            <a:r>
              <a:rPr lang="uk-UA">
                <a:ea typeface="+mn-lt"/>
                <a:cs typeface="+mn-lt"/>
              </a:rPr>
              <a:t>.</a:t>
            </a:r>
          </a:p>
          <a:p>
            <a:pPr marL="0" indent="0" algn="just">
              <a:lnSpc>
                <a:spcPct val="70000"/>
              </a:lnSpc>
              <a:buNone/>
            </a:pPr>
            <a:r>
              <a:rPr lang="uk-UA">
                <a:ea typeface="+mn-lt"/>
                <a:cs typeface="+mn-lt"/>
              </a:rPr>
              <a:t>На загальному рівні процес системи навчання виглядає таким чином</a:t>
            </a:r>
            <a:endParaRPr lang="uk-UA">
              <a:ea typeface="Calibri"/>
              <a:cs typeface="Calibri"/>
            </a:endParaRPr>
          </a:p>
          <a:p>
            <a:pPr marL="0" indent="0" algn="just">
              <a:lnSpc>
                <a:spcPct val="70000"/>
              </a:lnSpc>
              <a:buNone/>
            </a:pPr>
            <a:endParaRPr lang="uk-UA" dirty="0">
              <a:ea typeface="Calibri"/>
              <a:cs typeface="Calibri"/>
            </a:endParaRPr>
          </a:p>
        </p:txBody>
      </p:sp>
      <p:pic>
        <p:nvPicPr>
          <p:cNvPr id="5" name="Рисунок 4" descr="Зображення, що містить текст, схема, ескіз, малюнок&#10;&#10;Вміст на основі ШІ може бути неправильним.">
            <a:extLst>
              <a:ext uri="{FF2B5EF4-FFF2-40B4-BE49-F238E27FC236}">
                <a16:creationId xmlns:a16="http://schemas.microsoft.com/office/drawing/2014/main" id="{153B473B-4C0D-8AD4-8BF8-735A750B2257}"/>
              </a:ext>
            </a:extLst>
          </p:cNvPr>
          <p:cNvPicPr>
            <a:picLocks noChangeAspect="1"/>
          </p:cNvPicPr>
          <p:nvPr/>
        </p:nvPicPr>
        <p:blipFill>
          <a:blip r:embed="rId2"/>
          <a:stretch>
            <a:fillRect/>
          </a:stretch>
        </p:blipFill>
        <p:spPr>
          <a:xfrm>
            <a:off x="1558471" y="2992892"/>
            <a:ext cx="8013701" cy="3112861"/>
          </a:xfrm>
          <a:prstGeom prst="rect">
            <a:avLst/>
          </a:prstGeom>
        </p:spPr>
      </p:pic>
    </p:spTree>
    <p:extLst>
      <p:ext uri="{BB962C8B-B14F-4D97-AF65-F5344CB8AC3E}">
        <p14:creationId xmlns:p14="http://schemas.microsoft.com/office/powerpoint/2010/main" val="12519467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2ABB703-2B0E-4C3B-B4A2-F3973548E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F4DA9C0E-1DBC-DA65-C81D-C5D462D97B34}"/>
              </a:ext>
            </a:extLst>
          </p:cNvPr>
          <p:cNvSpPr>
            <a:spLocks noGrp="1"/>
          </p:cNvSpPr>
          <p:nvPr>
            <p:ph type="title"/>
          </p:nvPr>
        </p:nvSpPr>
        <p:spPr>
          <a:xfrm>
            <a:off x="6411685" y="634946"/>
            <a:ext cx="5127171" cy="1450757"/>
          </a:xfrm>
        </p:spPr>
        <p:txBody>
          <a:bodyPr>
            <a:normAutofit/>
          </a:bodyPr>
          <a:lstStyle/>
          <a:p>
            <a:r>
              <a:rPr lang="uk-UA" dirty="0">
                <a:ea typeface="Calibri Light"/>
                <a:cs typeface="Calibri Light"/>
              </a:rPr>
              <a:t>Навчання моделей</a:t>
            </a:r>
            <a:endParaRPr lang="uk-UA" dirty="0"/>
          </a:p>
        </p:txBody>
      </p:sp>
      <p:pic>
        <p:nvPicPr>
          <p:cNvPr id="5" name="Рисунок 4" descr="Зображення, що містить текст, схема, ескіз, малюнок&#10;&#10;Вміст на основі ШІ може бути неправильним.">
            <a:extLst>
              <a:ext uri="{FF2B5EF4-FFF2-40B4-BE49-F238E27FC236}">
                <a16:creationId xmlns:a16="http://schemas.microsoft.com/office/drawing/2014/main" id="{9DCAD071-E80C-8F49-2263-CFF9EBDE2316}"/>
              </a:ext>
            </a:extLst>
          </p:cNvPr>
          <p:cNvPicPr>
            <a:picLocks noChangeAspect="1"/>
          </p:cNvPicPr>
          <p:nvPr/>
        </p:nvPicPr>
        <p:blipFill>
          <a:blip r:embed="rId2"/>
          <a:stretch>
            <a:fillRect/>
          </a:stretch>
        </p:blipFill>
        <p:spPr>
          <a:xfrm>
            <a:off x="280335" y="2203656"/>
            <a:ext cx="5814484" cy="2257647"/>
          </a:xfrm>
          <a:prstGeom prst="rect">
            <a:avLst/>
          </a:prstGeom>
        </p:spPr>
      </p:pic>
      <p:cxnSp>
        <p:nvCxnSpPr>
          <p:cNvPr id="12" name="Straight Connector 11">
            <a:extLst>
              <a:ext uri="{FF2B5EF4-FFF2-40B4-BE49-F238E27FC236}">
                <a16:creationId xmlns:a16="http://schemas.microsoft.com/office/drawing/2014/main" id="{9C21570E-E159-49A6-9891-FA397B7A92D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11684" y="2086188"/>
            <a:ext cx="474880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Місце для вмісту 2">
            <a:extLst>
              <a:ext uri="{FF2B5EF4-FFF2-40B4-BE49-F238E27FC236}">
                <a16:creationId xmlns:a16="http://schemas.microsoft.com/office/drawing/2014/main" id="{4CF6CA6E-A3A2-1BF1-4F31-10E8CE24BDF5}"/>
              </a:ext>
            </a:extLst>
          </p:cNvPr>
          <p:cNvSpPr>
            <a:spLocks noGrp="1"/>
          </p:cNvSpPr>
          <p:nvPr>
            <p:ph idx="1"/>
          </p:nvPr>
        </p:nvSpPr>
        <p:spPr>
          <a:xfrm>
            <a:off x="6411684" y="2198914"/>
            <a:ext cx="5127172" cy="3670180"/>
          </a:xfrm>
        </p:spPr>
        <p:txBody>
          <a:bodyPr vert="horz" lIns="0" tIns="45720" rIns="0" bIns="45720" rtlCol="0" anchor="t">
            <a:normAutofit lnSpcReduction="10000"/>
          </a:bodyPr>
          <a:lstStyle/>
          <a:p>
            <a:pPr indent="-34290" algn="just"/>
            <a:r>
              <a:rPr lang="uk-UA" sz="1700" dirty="0">
                <a:ea typeface="Calibri"/>
                <a:cs typeface="Calibri"/>
              </a:rPr>
              <a:t>Процес навчання починається із завдання </a:t>
            </a:r>
            <a:r>
              <a:rPr lang="uk-UA" sz="1700" b="1" i="1" dirty="0">
                <a:ea typeface="Calibri"/>
                <a:cs typeface="Calibri"/>
              </a:rPr>
              <a:t>T</a:t>
            </a:r>
            <a:r>
              <a:rPr lang="uk-UA" sz="1700" dirty="0">
                <a:ea typeface="Calibri"/>
                <a:cs typeface="Calibri"/>
              </a:rPr>
              <a:t>, показника ефективності </a:t>
            </a:r>
            <a:r>
              <a:rPr lang="uk-UA" sz="1700" b="1" i="1" dirty="0">
                <a:ea typeface="Calibri"/>
                <a:cs typeface="Calibri"/>
              </a:rPr>
              <a:t>P</a:t>
            </a:r>
            <a:r>
              <a:rPr lang="uk-UA" sz="1700" dirty="0">
                <a:ea typeface="Calibri"/>
                <a:cs typeface="Calibri"/>
              </a:rPr>
              <a:t> та досвіду навчання </a:t>
            </a:r>
            <a:r>
              <a:rPr lang="uk-UA" sz="1700" b="1" i="1" dirty="0">
                <a:ea typeface="Calibri"/>
                <a:cs typeface="Calibri"/>
              </a:rPr>
              <a:t>E</a:t>
            </a:r>
            <a:r>
              <a:rPr lang="uk-UA" sz="1700" dirty="0">
                <a:ea typeface="Calibri"/>
                <a:cs typeface="Calibri"/>
              </a:rPr>
              <a:t>, а метою є пошук невідомої цільової функції </a:t>
            </a:r>
            <a:r>
              <a:rPr lang="uk-UA" sz="1700" b="1" i="1" dirty="0">
                <a:ea typeface="Calibri"/>
                <a:cs typeface="Calibri"/>
              </a:rPr>
              <a:t>V</a:t>
            </a:r>
            <a:r>
              <a:rPr lang="uk-UA" sz="1700" dirty="0">
                <a:ea typeface="Calibri"/>
                <a:cs typeface="Calibri"/>
              </a:rPr>
              <a:t>.</a:t>
            </a:r>
            <a:endParaRPr lang="uk-UA" sz="1700" dirty="0">
              <a:solidFill>
                <a:srgbClr val="000000"/>
              </a:solidFill>
              <a:ea typeface="Calibri"/>
              <a:cs typeface="Calibri"/>
            </a:endParaRPr>
          </a:p>
          <a:p>
            <a:pPr indent="-34290" algn="just"/>
            <a:r>
              <a:rPr lang="uk-UA" sz="1700" dirty="0">
                <a:ea typeface="Calibri"/>
                <a:cs typeface="Calibri"/>
              </a:rPr>
              <a:t>Цільова функція — це точні знання, які необхідно засвоїти на основі навчального досвіду, і вона є невідомою.</a:t>
            </a:r>
            <a:endParaRPr lang="uk-UA" sz="1700" dirty="0">
              <a:solidFill>
                <a:srgbClr val="000000"/>
              </a:solidFill>
              <a:ea typeface="Calibri"/>
              <a:cs typeface="Calibri"/>
            </a:endParaRPr>
          </a:p>
          <a:p>
            <a:pPr indent="-34290" algn="just"/>
            <a:r>
              <a:rPr lang="uk-UA" sz="1700" dirty="0">
                <a:ea typeface="Calibri"/>
                <a:cs typeface="Calibri"/>
              </a:rPr>
              <a:t>Наприклад, у випадку затвердження кредиту система навчання матиме записи заявок клієнтів як досвід, а завданням буде класифікація того, чи відповідає дана заявка клієнта вимогам для отримання кредиту.</a:t>
            </a:r>
            <a:endParaRPr lang="uk-UA" sz="1700" dirty="0">
              <a:solidFill>
                <a:srgbClr val="000000"/>
              </a:solidFill>
              <a:ea typeface="Calibri"/>
              <a:cs typeface="Calibri"/>
            </a:endParaRPr>
          </a:p>
          <a:p>
            <a:pPr indent="-34290" algn="just"/>
            <a:r>
              <a:rPr lang="uk-UA" sz="1700" dirty="0">
                <a:ea typeface="Calibri"/>
                <a:cs typeface="Calibri"/>
              </a:rPr>
              <a:t>Отже, у цьому випадку приклади навчання можуть бути представлені як </a:t>
            </a:r>
            <a:r>
              <a:rPr lang="uk-UA" sz="1700" b="1" i="1" dirty="0">
                <a:ea typeface="Calibri"/>
                <a:cs typeface="Calibri"/>
              </a:rPr>
              <a:t>(x1,y1)(x2,y2)..(</a:t>
            </a:r>
            <a:r>
              <a:rPr lang="uk-UA" sz="1700" b="1" i="1" dirty="0" err="1">
                <a:ea typeface="Calibri"/>
                <a:cs typeface="Calibri"/>
              </a:rPr>
              <a:t>xn,yn</a:t>
            </a:r>
            <a:r>
              <a:rPr lang="uk-UA" sz="1700" b="1" i="1" dirty="0">
                <a:ea typeface="Calibri"/>
                <a:cs typeface="Calibri"/>
              </a:rPr>
              <a:t>)</a:t>
            </a:r>
            <a:r>
              <a:rPr lang="uk-UA" sz="1700" dirty="0">
                <a:ea typeface="Calibri"/>
                <a:cs typeface="Calibri"/>
              </a:rPr>
              <a:t>, де </a:t>
            </a:r>
            <a:r>
              <a:rPr lang="uk-UA" sz="1700" b="1" dirty="0">
                <a:ea typeface="Calibri"/>
                <a:cs typeface="Calibri"/>
              </a:rPr>
              <a:t>X</a:t>
            </a:r>
            <a:r>
              <a:rPr lang="uk-UA" sz="1700" dirty="0">
                <a:ea typeface="Calibri"/>
                <a:cs typeface="Calibri"/>
              </a:rPr>
              <a:t> представляє деталі заявки клієнта, а </a:t>
            </a:r>
            <a:r>
              <a:rPr lang="uk-UA" sz="1700" b="1" dirty="0">
                <a:ea typeface="Calibri"/>
                <a:cs typeface="Calibri"/>
              </a:rPr>
              <a:t>Y</a:t>
            </a:r>
            <a:r>
              <a:rPr lang="uk-UA" sz="1700" dirty="0">
                <a:ea typeface="Calibri"/>
                <a:cs typeface="Calibri"/>
              </a:rPr>
              <a:t> представляє статус затвердження кредиту.</a:t>
            </a:r>
            <a:endParaRPr lang="uk-UA" sz="1700">
              <a:solidFill>
                <a:srgbClr val="000000"/>
              </a:solidFill>
              <a:ea typeface="Calibri"/>
              <a:cs typeface="Calibri"/>
            </a:endParaRPr>
          </a:p>
          <a:p>
            <a:pPr indent="-34290" algn="just"/>
            <a:endParaRPr lang="uk-UA" sz="1700" dirty="0">
              <a:solidFill>
                <a:srgbClr val="000000"/>
              </a:solidFill>
              <a:ea typeface="Calibri"/>
              <a:cs typeface="Calibri"/>
            </a:endParaRPr>
          </a:p>
          <a:p>
            <a:pPr indent="-34290" algn="just"/>
            <a:endParaRPr lang="uk-UA" sz="1700" dirty="0">
              <a:ea typeface="Calibri"/>
              <a:cs typeface="Calibri"/>
            </a:endParaRPr>
          </a:p>
        </p:txBody>
      </p:sp>
      <p:sp>
        <p:nvSpPr>
          <p:cNvPr id="14" name="Rectangle 13">
            <a:extLst>
              <a:ext uri="{FF2B5EF4-FFF2-40B4-BE49-F238E27FC236}">
                <a16:creationId xmlns:a16="http://schemas.microsoft.com/office/drawing/2014/main" id="{E95DA498-D9A2-4DA9-B9DA-B3776E08CF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a:extLst>
              <a:ext uri="{FF2B5EF4-FFF2-40B4-BE49-F238E27FC236}">
                <a16:creationId xmlns:a16="http://schemas.microsoft.com/office/drawing/2014/main" id="{82A73093-4B9D-420D-B17E-52293703A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529224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C8480-103F-52B1-D43E-72AE6914838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EF5C2F-208B-E227-82FB-697F4D129323}"/>
              </a:ext>
            </a:extLst>
          </p:cNvPr>
          <p:cNvSpPr>
            <a:spLocks noGrp="1"/>
          </p:cNvSpPr>
          <p:nvPr>
            <p:ph type="title"/>
          </p:nvPr>
        </p:nvSpPr>
        <p:spPr/>
        <p:txBody>
          <a:bodyPr>
            <a:normAutofit/>
          </a:bodyPr>
          <a:lstStyle/>
          <a:p>
            <a:r>
              <a:rPr lang="uk-UA">
                <a:ea typeface="+mj-lt"/>
                <a:cs typeface="+mj-lt"/>
              </a:rPr>
              <a:t>Навчання моделей</a:t>
            </a:r>
            <a:endParaRPr lang="uk-UA">
              <a:ea typeface="Calibri Light"/>
              <a:cs typeface="Calibri Light"/>
            </a:endParaRPr>
          </a:p>
        </p:txBody>
      </p:sp>
      <p:sp>
        <p:nvSpPr>
          <p:cNvPr id="3" name="Місце для вмісту 2">
            <a:extLst>
              <a:ext uri="{FF2B5EF4-FFF2-40B4-BE49-F238E27FC236}">
                <a16:creationId xmlns:a16="http://schemas.microsoft.com/office/drawing/2014/main" id="{C6E10D64-316D-DB1A-E3D3-154DA5B98A1B}"/>
              </a:ext>
            </a:extLst>
          </p:cNvPr>
          <p:cNvSpPr>
            <a:spLocks noGrp="1"/>
          </p:cNvSpPr>
          <p:nvPr>
            <p:ph idx="1"/>
          </p:nvPr>
        </p:nvSpPr>
        <p:spPr/>
        <p:txBody>
          <a:bodyPr vert="horz" lIns="0" tIns="45720" rIns="0" bIns="45720" rtlCol="0" anchor="t">
            <a:normAutofit/>
          </a:bodyPr>
          <a:lstStyle/>
          <a:p>
            <a:pPr marL="0" indent="0" algn="just">
              <a:lnSpc>
                <a:spcPct val="70000"/>
              </a:lnSpc>
              <a:buNone/>
            </a:pPr>
            <a:r>
              <a:rPr lang="uk-UA" dirty="0">
                <a:ea typeface="+mn-lt"/>
                <a:cs typeface="+mn-lt"/>
              </a:rPr>
              <a:t>Коли розробляється система навчання, яка відповідає процесу навчання, то врахуються </a:t>
            </a:r>
            <a:r>
              <a:rPr lang="uk-UA">
                <a:ea typeface="+mn-lt"/>
                <a:cs typeface="+mn-lt"/>
              </a:rPr>
              <a:t>кілька варіантів дизайну.</a:t>
            </a:r>
            <a:endParaRPr lang="uk-UA" dirty="0">
              <a:ea typeface="+mn-lt"/>
              <a:cs typeface="+mn-lt"/>
            </a:endParaRPr>
          </a:p>
          <a:p>
            <a:pPr marL="0" indent="0" algn="just">
              <a:lnSpc>
                <a:spcPct val="70000"/>
              </a:lnSpc>
              <a:buNone/>
            </a:pPr>
            <a:r>
              <a:rPr lang="uk-UA">
                <a:ea typeface="+mn-lt"/>
                <a:cs typeface="+mn-lt"/>
              </a:rPr>
              <a:t>Варіанти дизайну полягатимуть у виборі таких ключових </a:t>
            </a:r>
            <a:r>
              <a:rPr lang="uk-UA" dirty="0">
                <a:ea typeface="+mn-lt"/>
                <a:cs typeface="+mn-lt"/>
              </a:rPr>
              <a:t>компонентів:</a:t>
            </a:r>
            <a:endParaRPr lang="uk-UA">
              <a:ea typeface="Calibri"/>
              <a:cs typeface="Calibri"/>
            </a:endParaRPr>
          </a:p>
          <a:p>
            <a:pPr marL="0" indent="0" algn="just">
              <a:lnSpc>
                <a:spcPct val="70000"/>
              </a:lnSpc>
              <a:buNone/>
            </a:pPr>
            <a:r>
              <a:rPr lang="uk-UA">
                <a:ea typeface="+mn-lt"/>
                <a:cs typeface="+mn-lt"/>
              </a:rPr>
              <a:t>• </a:t>
            </a:r>
            <a:r>
              <a:rPr lang="uk-UA" b="1">
                <a:ea typeface="+mn-lt"/>
                <a:cs typeface="+mn-lt"/>
              </a:rPr>
              <a:t>Тип навчального досвіду</a:t>
            </a:r>
            <a:endParaRPr lang="uk-UA" b="1">
              <a:ea typeface="Calibri"/>
              <a:cs typeface="Calibri"/>
            </a:endParaRPr>
          </a:p>
          <a:p>
            <a:pPr marL="0" indent="0" algn="just">
              <a:lnSpc>
                <a:spcPct val="70000"/>
              </a:lnSpc>
              <a:buNone/>
            </a:pPr>
            <a:r>
              <a:rPr lang="uk-UA">
                <a:ea typeface="+mn-lt"/>
                <a:cs typeface="+mn-lt"/>
              </a:rPr>
              <a:t>• </a:t>
            </a:r>
            <a:r>
              <a:rPr lang="uk-UA" b="1">
                <a:ea typeface="+mn-lt"/>
                <a:cs typeface="+mn-lt"/>
              </a:rPr>
              <a:t>Вибір цільової функції</a:t>
            </a:r>
            <a:endParaRPr lang="uk-UA" b="1">
              <a:ea typeface="Calibri"/>
              <a:cs typeface="Calibri"/>
            </a:endParaRPr>
          </a:p>
          <a:p>
            <a:pPr marL="0" indent="0" algn="just">
              <a:lnSpc>
                <a:spcPct val="70000"/>
              </a:lnSpc>
              <a:buNone/>
            </a:pPr>
            <a:r>
              <a:rPr lang="uk-UA">
                <a:ea typeface="+mn-lt"/>
                <a:cs typeface="+mn-lt"/>
              </a:rPr>
              <a:t>• </a:t>
            </a:r>
            <a:r>
              <a:rPr lang="uk-UA" b="1">
                <a:ea typeface="+mn-lt"/>
                <a:cs typeface="+mn-lt"/>
              </a:rPr>
              <a:t>Вибір представлення цільової функції</a:t>
            </a:r>
            <a:endParaRPr lang="uk-UA" b="1">
              <a:ea typeface="Calibri"/>
              <a:cs typeface="Calibri"/>
            </a:endParaRPr>
          </a:p>
          <a:p>
            <a:pPr marL="0" indent="0" algn="just">
              <a:lnSpc>
                <a:spcPct val="70000"/>
              </a:lnSpc>
              <a:buNone/>
            </a:pPr>
            <a:r>
              <a:rPr lang="uk-UA">
                <a:ea typeface="+mn-lt"/>
                <a:cs typeface="+mn-lt"/>
              </a:rPr>
              <a:t>• </a:t>
            </a:r>
            <a:r>
              <a:rPr lang="uk-UA" b="1">
                <a:ea typeface="+mn-lt"/>
                <a:cs typeface="+mn-lt"/>
              </a:rPr>
              <a:t>Вибір алгоритму апроксимації для цільової функції</a:t>
            </a:r>
            <a:endParaRPr lang="uk-UA" b="1">
              <a:ea typeface="Calibri"/>
              <a:cs typeface="Calibri"/>
            </a:endParaRPr>
          </a:p>
          <a:p>
            <a:pPr marL="0" indent="0" algn="just">
              <a:lnSpc>
                <a:spcPct val="70000"/>
              </a:lnSpc>
              <a:buNone/>
            </a:pPr>
            <a:r>
              <a:rPr lang="uk-UA">
                <a:ea typeface="+mn-lt"/>
                <a:cs typeface="+mn-lt"/>
              </a:rPr>
              <a:t>• </a:t>
            </a:r>
            <a:r>
              <a:rPr lang="uk-UA" b="1">
                <a:ea typeface="+mn-lt"/>
                <a:cs typeface="+mn-lt"/>
              </a:rPr>
              <a:t>Остаточний дизайн</a:t>
            </a:r>
            <a:endParaRPr lang="uk-UA" b="1">
              <a:ea typeface="Calibri"/>
              <a:cs typeface="Calibri"/>
            </a:endParaRPr>
          </a:p>
          <a:p>
            <a:pPr marL="0" indent="0" algn="just">
              <a:lnSpc>
                <a:spcPct val="70000"/>
              </a:lnSpc>
              <a:buNone/>
            </a:pPr>
            <a:endParaRPr lang="uk-UA" dirty="0">
              <a:ea typeface="Calibri"/>
              <a:cs typeface="Calibri"/>
            </a:endParaRPr>
          </a:p>
        </p:txBody>
      </p:sp>
    </p:spTree>
    <p:extLst>
      <p:ext uri="{BB962C8B-B14F-4D97-AF65-F5344CB8AC3E}">
        <p14:creationId xmlns:p14="http://schemas.microsoft.com/office/powerpoint/2010/main" val="27673231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0FAA1-52C2-EEA0-C064-CCFFFB75AF8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1C739675-7BAB-7817-48D0-D833B829B835}"/>
              </a:ext>
            </a:extLst>
          </p:cNvPr>
          <p:cNvSpPr>
            <a:spLocks noGrp="1"/>
          </p:cNvSpPr>
          <p:nvPr>
            <p:ph type="title"/>
          </p:nvPr>
        </p:nvSpPr>
        <p:spPr/>
        <p:txBody>
          <a:bodyPr>
            <a:normAutofit/>
          </a:bodyPr>
          <a:lstStyle/>
          <a:p>
            <a:r>
              <a:rPr lang="uk-UA">
                <a:ea typeface="+mj-lt"/>
                <a:cs typeface="+mj-lt"/>
              </a:rPr>
              <a:t>Тип навчального досвіду</a:t>
            </a:r>
            <a:endParaRPr lang="uk-UA"/>
          </a:p>
        </p:txBody>
      </p:sp>
      <p:sp>
        <p:nvSpPr>
          <p:cNvPr id="3" name="Місце для вмісту 2">
            <a:extLst>
              <a:ext uri="{FF2B5EF4-FFF2-40B4-BE49-F238E27FC236}">
                <a16:creationId xmlns:a16="http://schemas.microsoft.com/office/drawing/2014/main" id="{EBB359C2-0F1E-88B4-D582-164A5A20047A}"/>
              </a:ext>
            </a:extLst>
          </p:cNvPr>
          <p:cNvSpPr>
            <a:spLocks noGrp="1"/>
          </p:cNvSpPr>
          <p:nvPr>
            <p:ph idx="1"/>
          </p:nvPr>
        </p:nvSpPr>
        <p:spPr/>
        <p:txBody>
          <a:bodyPr vert="horz" lIns="0" tIns="45720" rIns="0" bIns="45720" rtlCol="0" anchor="t">
            <a:normAutofit/>
          </a:bodyPr>
          <a:lstStyle/>
          <a:p>
            <a:pPr marL="0" indent="0" algn="just">
              <a:lnSpc>
                <a:spcPct val="100000"/>
              </a:lnSpc>
              <a:buNone/>
            </a:pPr>
            <a:r>
              <a:rPr lang="uk-UA" b="1">
                <a:ea typeface="+mn-lt"/>
                <a:cs typeface="+mn-lt"/>
              </a:rPr>
              <a:t>1.</a:t>
            </a:r>
            <a:r>
              <a:rPr lang="uk-UA">
                <a:ea typeface="+mn-lt"/>
                <a:cs typeface="+mn-lt"/>
              </a:rPr>
              <a:t> Прямий та непрямий досвід навчання</a:t>
            </a:r>
            <a:r>
              <a:rPr lang="uk-UA" b="1">
                <a:ea typeface="+mn-lt"/>
                <a:cs typeface="+mn-lt"/>
              </a:rPr>
              <a:t>:</a:t>
            </a:r>
            <a:endParaRPr lang="uk-UA" b="1">
              <a:ea typeface="Calibri" panose="020F0502020204030204"/>
              <a:cs typeface="Calibri" panose="020F0502020204030204"/>
            </a:endParaRPr>
          </a:p>
          <a:p>
            <a:pPr marL="342900" indent="-342900" algn="just">
              <a:lnSpc>
                <a:spcPct val="100000"/>
              </a:lnSpc>
              <a:buFont typeface="Arial" panose="020F0502020204030204" pitchFamily="34" charset="0"/>
              <a:buChar char="•"/>
            </a:pPr>
            <a:r>
              <a:rPr lang="uk-UA" b="1">
                <a:ea typeface="+mn-lt"/>
                <a:cs typeface="+mn-lt"/>
              </a:rPr>
              <a:t>Пряме навчання</a:t>
            </a:r>
            <a:r>
              <a:rPr lang="uk-UA">
                <a:ea typeface="+mn-lt"/>
                <a:cs typeface="+mn-lt"/>
              </a:rPr>
              <a:t>. У цьому сценарії система отримує конкретні дані та їхні правильні мітки або результати. Наприклад, для кожного вхідного значення надається правильний вихідний результат.</a:t>
            </a:r>
          </a:p>
          <a:p>
            <a:pPr marL="342900" indent="-342900" algn="just">
              <a:lnSpc>
                <a:spcPct val="100000"/>
              </a:lnSpc>
              <a:buFont typeface="Arial" panose="020F0502020204030204" pitchFamily="34" charset="0"/>
              <a:buChar char="•"/>
            </a:pPr>
            <a:r>
              <a:rPr lang="uk-UA" b="1">
                <a:ea typeface="+mn-lt"/>
                <a:cs typeface="+mn-lt"/>
              </a:rPr>
              <a:t>Непряме навчання</a:t>
            </a:r>
            <a:r>
              <a:rPr lang="uk-UA">
                <a:ea typeface="+mn-lt"/>
                <a:cs typeface="+mn-lt"/>
              </a:rPr>
              <a:t>. Тут системі надаються послідовності даних або подій разом із загальним результатом (наприклад, успіх або невдача), але без детальної інформації про те, як кожен окремий крок вплинув на результат. Проблема визначення, які кроки позитивно або негативно вплинули на кінцевий результат, відома як проблема розподілу заслуг.</a:t>
            </a:r>
            <a:endParaRPr lang="uk-UA">
              <a:ea typeface="Calibri" panose="020F0502020204030204"/>
              <a:cs typeface="Calibri" panose="020F0502020204030204"/>
            </a:endParaRPr>
          </a:p>
          <a:p>
            <a:pPr marL="0" indent="0" algn="just">
              <a:lnSpc>
                <a:spcPct val="70000"/>
              </a:lnSpc>
              <a:buNone/>
            </a:pPr>
            <a:endParaRPr lang="uk-UA" dirty="0">
              <a:ea typeface="Calibri"/>
              <a:cs typeface="Calibri"/>
            </a:endParaRPr>
          </a:p>
        </p:txBody>
      </p:sp>
    </p:spTree>
    <p:extLst>
      <p:ext uri="{BB962C8B-B14F-4D97-AF65-F5344CB8AC3E}">
        <p14:creationId xmlns:p14="http://schemas.microsoft.com/office/powerpoint/2010/main" val="6730812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8B95F-38D1-24EC-D767-17C7CB41190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F65CB0EC-CF59-D59A-5EA1-D04626F3CC3A}"/>
              </a:ext>
            </a:extLst>
          </p:cNvPr>
          <p:cNvSpPr>
            <a:spLocks noGrp="1"/>
          </p:cNvSpPr>
          <p:nvPr>
            <p:ph type="title"/>
          </p:nvPr>
        </p:nvSpPr>
        <p:spPr/>
        <p:txBody>
          <a:bodyPr>
            <a:normAutofit/>
          </a:bodyPr>
          <a:lstStyle/>
          <a:p>
            <a:r>
              <a:rPr lang="uk-UA">
                <a:ea typeface="+mj-lt"/>
                <a:cs typeface="+mj-lt"/>
              </a:rPr>
              <a:t>Тип навчального досвіду</a:t>
            </a:r>
            <a:endParaRPr lang="uk-UA"/>
          </a:p>
        </p:txBody>
      </p:sp>
      <p:sp>
        <p:nvSpPr>
          <p:cNvPr id="3" name="Місце для вмісту 2">
            <a:extLst>
              <a:ext uri="{FF2B5EF4-FFF2-40B4-BE49-F238E27FC236}">
                <a16:creationId xmlns:a16="http://schemas.microsoft.com/office/drawing/2014/main" id="{8A1A08F4-CAB4-09A5-30B9-65F17609BF0D}"/>
              </a:ext>
            </a:extLst>
          </p:cNvPr>
          <p:cNvSpPr>
            <a:spLocks noGrp="1"/>
          </p:cNvSpPr>
          <p:nvPr>
            <p:ph idx="1"/>
          </p:nvPr>
        </p:nvSpPr>
        <p:spPr/>
        <p:txBody>
          <a:bodyPr vert="horz" lIns="0" tIns="45720" rIns="0" bIns="45720" rtlCol="0" anchor="t">
            <a:normAutofit fontScale="92500"/>
          </a:bodyPr>
          <a:lstStyle/>
          <a:p>
            <a:pPr marL="0" indent="0" algn="just">
              <a:lnSpc>
                <a:spcPct val="100000"/>
              </a:lnSpc>
              <a:buNone/>
            </a:pPr>
            <a:r>
              <a:rPr lang="uk-UA" b="1">
                <a:ea typeface="+mn-lt"/>
                <a:cs typeface="+mn-lt"/>
              </a:rPr>
              <a:t>2. Кероване та некероване навчання:</a:t>
            </a:r>
            <a:endParaRPr lang="uk-UA" b="1">
              <a:ea typeface="Calibri" panose="020F0502020204030204"/>
              <a:cs typeface="Calibri" panose="020F0502020204030204"/>
            </a:endParaRPr>
          </a:p>
          <a:p>
            <a:pPr marL="342900" indent="-342900" algn="just">
              <a:lnSpc>
                <a:spcPct val="100000"/>
              </a:lnSpc>
              <a:buFont typeface="Arial" panose="020F0502020204030204" pitchFamily="34" charset="0"/>
              <a:buChar char="•"/>
            </a:pPr>
            <a:r>
              <a:rPr lang="uk-UA" b="1">
                <a:ea typeface="+mn-lt"/>
                <a:cs typeface="+mn-lt"/>
              </a:rPr>
              <a:t>Кероване навчання</a:t>
            </a:r>
            <a:r>
              <a:rPr lang="uk-UA">
                <a:ea typeface="+mn-lt"/>
                <a:cs typeface="+mn-lt"/>
              </a:rPr>
              <a:t>. Дані для навчання мають мітки, тобто система отримує чіткі вказівки щодо правильних результатів для кожного вхідного значення. Цей тип навчання відбувається під наглядом, коли викладач або зовнішній наглядач надає правильні відповіді.</a:t>
            </a:r>
            <a:endParaRPr lang="uk-UA">
              <a:ea typeface="Calibri" panose="020F0502020204030204"/>
              <a:cs typeface="Calibri" panose="020F0502020204030204"/>
            </a:endParaRPr>
          </a:p>
          <a:p>
            <a:pPr marL="342900" indent="-342900" algn="just">
              <a:lnSpc>
                <a:spcPct val="100000"/>
              </a:lnSpc>
              <a:buFont typeface="Arial" panose="020F0502020204030204" pitchFamily="34" charset="0"/>
              <a:buChar char="•"/>
            </a:pPr>
            <a:r>
              <a:rPr lang="uk-UA" b="1">
                <a:ea typeface="+mn-lt"/>
                <a:cs typeface="+mn-lt"/>
              </a:rPr>
              <a:t>Некероване навчання</a:t>
            </a:r>
            <a:r>
              <a:rPr lang="uk-UA">
                <a:ea typeface="+mn-lt"/>
                <a:cs typeface="+mn-lt"/>
              </a:rPr>
              <a:t>. У цьому випадку дані не мають міток, і система самостійно, без зовнішнього керівництва, повинна знайти закономірності або групи. Вона може генерувати власні дані або намагатися вчитися на основі структури самого вхідного сигналу.</a:t>
            </a:r>
          </a:p>
          <a:p>
            <a:pPr marL="342900" indent="-342900" algn="just">
              <a:lnSpc>
                <a:spcPct val="100000"/>
              </a:lnSpc>
              <a:buFont typeface="Arial" panose="020F0502020204030204" pitchFamily="34" charset="0"/>
              <a:buChar char="•"/>
            </a:pPr>
            <a:r>
              <a:rPr lang="uk-UA" b="1">
                <a:ea typeface="+mn-lt"/>
                <a:cs typeface="+mn-lt"/>
              </a:rPr>
              <a:t>Напівкероване навчання</a:t>
            </a:r>
            <a:r>
              <a:rPr lang="uk-UA">
                <a:ea typeface="+mn-lt"/>
                <a:cs typeface="+mn-lt"/>
              </a:rPr>
              <a:t>. Цей підхід поєднує обидва. Система навчається як на маркованих, так і на немаркованих даних, а в ситуаціях, коли вона не впевнена, може звернутися за допомогою (наприклад, до керівника або викладача), щоб прийняти правильне рішення.</a:t>
            </a:r>
            <a:endParaRPr lang="uk-UA">
              <a:ea typeface="Calibri" panose="020F0502020204030204"/>
              <a:cs typeface="Calibri" panose="020F0502020204030204"/>
            </a:endParaRPr>
          </a:p>
          <a:p>
            <a:pPr marL="0" indent="0" algn="just">
              <a:lnSpc>
                <a:spcPct val="70000"/>
              </a:lnSpc>
              <a:buNone/>
            </a:pPr>
            <a:endParaRPr lang="uk-UA" dirty="0">
              <a:ea typeface="Calibri"/>
              <a:cs typeface="Calibri"/>
            </a:endParaRPr>
          </a:p>
        </p:txBody>
      </p:sp>
    </p:spTree>
    <p:extLst>
      <p:ext uri="{BB962C8B-B14F-4D97-AF65-F5344CB8AC3E}">
        <p14:creationId xmlns:p14="http://schemas.microsoft.com/office/powerpoint/2010/main" val="42703863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65D6B-68C0-6C38-741B-BD8007F2B14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DC2CC60-2CE9-CC7B-C2CB-0DFE725C42D7}"/>
              </a:ext>
            </a:extLst>
          </p:cNvPr>
          <p:cNvSpPr>
            <a:spLocks noGrp="1"/>
          </p:cNvSpPr>
          <p:nvPr>
            <p:ph type="title"/>
          </p:nvPr>
        </p:nvSpPr>
        <p:spPr/>
        <p:txBody>
          <a:bodyPr>
            <a:normAutofit/>
          </a:bodyPr>
          <a:lstStyle/>
          <a:p>
            <a:r>
              <a:rPr lang="uk-UA">
                <a:ea typeface="+mj-lt"/>
                <a:cs typeface="+mj-lt"/>
              </a:rPr>
              <a:t>Тип навчального досвіду</a:t>
            </a:r>
            <a:endParaRPr lang="uk-UA"/>
          </a:p>
        </p:txBody>
      </p:sp>
      <p:sp>
        <p:nvSpPr>
          <p:cNvPr id="3" name="Місце для вмісту 2">
            <a:extLst>
              <a:ext uri="{FF2B5EF4-FFF2-40B4-BE49-F238E27FC236}">
                <a16:creationId xmlns:a16="http://schemas.microsoft.com/office/drawing/2014/main" id="{732D44AD-3D9E-1EB6-1F69-58B032911CBF}"/>
              </a:ext>
            </a:extLst>
          </p:cNvPr>
          <p:cNvSpPr>
            <a:spLocks noGrp="1"/>
          </p:cNvSpPr>
          <p:nvPr>
            <p:ph idx="1"/>
          </p:nvPr>
        </p:nvSpPr>
        <p:spPr/>
        <p:txBody>
          <a:bodyPr vert="horz" lIns="0" tIns="45720" rIns="0" bIns="45720" rtlCol="0" anchor="t">
            <a:normAutofit/>
          </a:bodyPr>
          <a:lstStyle/>
          <a:p>
            <a:pPr marL="0" indent="0" algn="just">
              <a:lnSpc>
                <a:spcPct val="100000"/>
              </a:lnSpc>
              <a:buNone/>
            </a:pPr>
            <a:r>
              <a:rPr lang="uk-UA" b="1" dirty="0">
                <a:ea typeface="+mn-lt"/>
                <a:cs typeface="+mn-lt"/>
              </a:rPr>
              <a:t>3. </a:t>
            </a:r>
            <a:r>
              <a:rPr lang="uk-UA" b="1">
                <a:ea typeface="+mn-lt"/>
                <a:cs typeface="+mn-lt"/>
              </a:rPr>
              <a:t>Якість навчального досвід:</a:t>
            </a:r>
            <a:endParaRPr lang="uk-UA" b="1">
              <a:ea typeface="Calibri" panose="020F0502020204030204"/>
              <a:cs typeface="Calibri" panose="020F0502020204030204"/>
            </a:endParaRPr>
          </a:p>
          <a:p>
            <a:pPr marL="0" indent="0" algn="just">
              <a:lnSpc>
                <a:spcPct val="80000"/>
              </a:lnSpc>
              <a:buNone/>
            </a:pPr>
            <a:r>
              <a:rPr lang="uk-UA">
                <a:ea typeface="+mn-lt"/>
                <a:cs typeface="+mn-lt"/>
              </a:rPr>
              <a:t>Критичним фактором є те, чи точно навчальні дані відображають типи даних, з якими система стикатиметься під час фактичного використання.</a:t>
            </a:r>
            <a:endParaRPr lang="uk-UA"/>
          </a:p>
          <a:p>
            <a:pPr marL="0" indent="0" algn="just">
              <a:lnSpc>
                <a:spcPct val="80000"/>
              </a:lnSpc>
              <a:buNone/>
            </a:pPr>
            <a:r>
              <a:rPr lang="uk-UA">
                <a:ea typeface="+mn-lt"/>
                <a:cs typeface="+mn-lt"/>
              </a:rPr>
              <a:t>Як правило, продуктивність системи краща, коли навчальні дані та реальні дані мають схожі характеристики. Наприклад, модель, навчена на різноманітному наборі даних, часто демонструє кращі результати в реальних додатках.</a:t>
            </a:r>
            <a:endParaRPr lang="uk-UA"/>
          </a:p>
          <a:p>
            <a:pPr marL="0" indent="0" algn="just">
              <a:lnSpc>
                <a:spcPct val="80000"/>
              </a:lnSpc>
              <a:buNone/>
            </a:pPr>
            <a:r>
              <a:rPr lang="uk-UA" dirty="0">
                <a:ea typeface="+mn-lt"/>
                <a:cs typeface="+mn-lt"/>
              </a:rPr>
              <a:t>Однак, якщо досвід навчання обмежений або не охоплює певні типові сценарії, модель </a:t>
            </a:r>
            <a:r>
              <a:rPr lang="uk-UA">
                <a:ea typeface="+mn-lt"/>
                <a:cs typeface="+mn-lt"/>
              </a:rPr>
              <a:t>може не працювати належним чином.</a:t>
            </a:r>
          </a:p>
          <a:p>
            <a:pPr marL="0" indent="0" algn="just">
              <a:lnSpc>
                <a:spcPct val="80000"/>
              </a:lnSpc>
              <a:buNone/>
            </a:pPr>
            <a:r>
              <a:rPr lang="uk-UA">
                <a:ea typeface="+mn-lt"/>
                <a:cs typeface="+mn-lt"/>
              </a:rPr>
              <a:t>Після набуття відповідного досвіду навчання </a:t>
            </a:r>
            <a:r>
              <a:rPr lang="uk-UA" dirty="0">
                <a:ea typeface="+mn-lt"/>
                <a:cs typeface="+mn-lt"/>
              </a:rPr>
              <a:t>наступним кроком є </a:t>
            </a:r>
            <a:r>
              <a:rPr lang="uk-UA" b="1" dirty="0">
                <a:ea typeface="+mn-lt"/>
                <a:cs typeface="+mn-lt"/>
              </a:rPr>
              <a:t>вибір відповідної цільової функції</a:t>
            </a:r>
            <a:r>
              <a:rPr lang="uk-UA" dirty="0">
                <a:ea typeface="+mn-lt"/>
                <a:cs typeface="+mn-lt"/>
              </a:rPr>
              <a:t>, яка визначає, що система повинна оптимізувати.</a:t>
            </a:r>
            <a:endParaRPr lang="uk-UA">
              <a:ea typeface="Calibri"/>
              <a:cs typeface="Calibri"/>
            </a:endParaRPr>
          </a:p>
          <a:p>
            <a:pPr marL="0" indent="0" algn="just">
              <a:lnSpc>
                <a:spcPct val="70000"/>
              </a:lnSpc>
              <a:buNone/>
            </a:pPr>
            <a:endParaRPr lang="uk-UA" dirty="0">
              <a:ea typeface="Calibri"/>
              <a:cs typeface="Calibri"/>
            </a:endParaRPr>
          </a:p>
        </p:txBody>
      </p:sp>
    </p:spTree>
    <p:extLst>
      <p:ext uri="{BB962C8B-B14F-4D97-AF65-F5344CB8AC3E}">
        <p14:creationId xmlns:p14="http://schemas.microsoft.com/office/powerpoint/2010/main" val="36970560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8CF51-ED4F-48F7-F17C-B846DEB70BA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E0D8484-7EF6-E327-9A15-28A3B65ADF7E}"/>
              </a:ext>
            </a:extLst>
          </p:cNvPr>
          <p:cNvSpPr>
            <a:spLocks noGrp="1"/>
          </p:cNvSpPr>
          <p:nvPr>
            <p:ph type="title"/>
          </p:nvPr>
        </p:nvSpPr>
        <p:spPr/>
        <p:txBody>
          <a:bodyPr>
            <a:normAutofit/>
          </a:bodyPr>
          <a:lstStyle/>
          <a:p>
            <a:r>
              <a:rPr lang="uk-UA">
                <a:latin typeface="Calibri Light"/>
                <a:ea typeface="Calibri Light"/>
                <a:cs typeface="Calibri Light"/>
              </a:rPr>
              <a:t>Вибір цільової функції</a:t>
            </a:r>
            <a:endParaRPr lang="uk-UA">
              <a:solidFill>
                <a:srgbClr val="404040"/>
              </a:solidFill>
              <a:latin typeface="Calibri Light"/>
              <a:ea typeface="Calibri Light"/>
              <a:cs typeface="Calibri Light"/>
            </a:endParaRPr>
          </a:p>
        </p:txBody>
      </p:sp>
      <p:sp>
        <p:nvSpPr>
          <p:cNvPr id="3" name="Місце для вмісту 2">
            <a:extLst>
              <a:ext uri="{FF2B5EF4-FFF2-40B4-BE49-F238E27FC236}">
                <a16:creationId xmlns:a16="http://schemas.microsoft.com/office/drawing/2014/main" id="{53C95C74-D1D7-9CCE-2CDA-4F61905DC30A}"/>
              </a:ext>
            </a:extLst>
          </p:cNvPr>
          <p:cNvSpPr>
            <a:spLocks noGrp="1"/>
          </p:cNvSpPr>
          <p:nvPr>
            <p:ph idx="1"/>
          </p:nvPr>
        </p:nvSpPr>
        <p:spPr/>
        <p:txBody>
          <a:bodyPr vert="horz" lIns="0" tIns="45720" rIns="0" bIns="45720" rtlCol="0" anchor="t">
            <a:normAutofit/>
          </a:bodyPr>
          <a:lstStyle/>
          <a:p>
            <a:pPr marL="0" indent="0" algn="just">
              <a:lnSpc>
                <a:spcPct val="70000"/>
              </a:lnSpc>
              <a:buNone/>
            </a:pPr>
            <a:r>
              <a:rPr lang="uk-UA" dirty="0">
                <a:ea typeface="+mn-lt"/>
                <a:cs typeface="+mn-lt"/>
              </a:rPr>
              <a:t>Метою навчання є виявлення операційного опису (функції) </a:t>
            </a:r>
            <a:r>
              <a:rPr lang="uk-UA" b="1" i="1" dirty="0">
                <a:ea typeface="+mn-lt"/>
                <a:cs typeface="+mn-lt"/>
              </a:rPr>
              <a:t>V</a:t>
            </a:r>
            <a:r>
              <a:rPr lang="uk-UA" dirty="0">
                <a:ea typeface="+mn-lt"/>
                <a:cs typeface="+mn-lt"/>
              </a:rPr>
              <a:t>.</a:t>
            </a:r>
          </a:p>
          <a:p>
            <a:pPr marL="0" indent="0" algn="just">
              <a:lnSpc>
                <a:spcPct val="70000"/>
              </a:lnSpc>
              <a:buNone/>
            </a:pPr>
            <a:r>
              <a:rPr lang="uk-UA" dirty="0">
                <a:ea typeface="+mn-lt"/>
                <a:cs typeface="+mn-lt"/>
              </a:rPr>
              <a:t>Тобто опису, який може бути використаний програмою для виконання поставленої задачі щоб оцінити стани у реалістичних часових межах.</a:t>
            </a:r>
            <a:endParaRPr lang="uk-UA" dirty="0">
              <a:ea typeface="Calibri"/>
              <a:cs typeface="Calibri"/>
            </a:endParaRPr>
          </a:p>
          <a:p>
            <a:pPr marL="0" indent="0" algn="just">
              <a:lnSpc>
                <a:spcPct val="70000"/>
              </a:lnSpc>
              <a:buNone/>
            </a:pPr>
            <a:r>
              <a:rPr lang="uk-UA" dirty="0">
                <a:ea typeface="+mn-lt"/>
                <a:cs typeface="+mn-lt"/>
              </a:rPr>
              <a:t>Загалом, може бути дуже складно досконало вивчити таку операційну форму </a:t>
            </a:r>
            <a:r>
              <a:rPr lang="uk-UA" b="1" i="1" dirty="0">
                <a:ea typeface="+mn-lt"/>
                <a:cs typeface="+mn-lt"/>
              </a:rPr>
              <a:t>V</a:t>
            </a:r>
            <a:r>
              <a:rPr lang="uk-UA" dirty="0">
                <a:ea typeface="+mn-lt"/>
                <a:cs typeface="+mn-lt"/>
              </a:rPr>
              <a:t>.</a:t>
            </a:r>
          </a:p>
          <a:p>
            <a:pPr marL="0" indent="0" algn="just">
              <a:lnSpc>
                <a:spcPct val="70000"/>
              </a:lnSpc>
              <a:buNone/>
            </a:pPr>
            <a:r>
              <a:rPr lang="uk-UA" dirty="0">
                <a:ea typeface="+mn-lt"/>
                <a:cs typeface="+mn-lt"/>
              </a:rPr>
              <a:t>Очікується, що алгоритми </a:t>
            </a:r>
            <a:r>
              <a:rPr lang="uk-UA" b="1" dirty="0">
                <a:ea typeface="+mn-lt"/>
                <a:cs typeface="+mn-lt"/>
              </a:rPr>
              <a:t>навчання набудуть лише деякого наближення до цільової функції</a:t>
            </a:r>
            <a:r>
              <a:rPr lang="uk-UA" dirty="0">
                <a:ea typeface="+mn-lt"/>
                <a:cs typeface="+mn-lt"/>
              </a:rPr>
              <a:t> </a:t>
            </a:r>
            <a:r>
              <a:rPr lang="uk-UA" b="1" i="1" dirty="0">
                <a:ea typeface="+mn-lt"/>
                <a:cs typeface="+mn-lt"/>
              </a:rPr>
              <a:t>V*</a:t>
            </a:r>
            <a:r>
              <a:rPr lang="uk-UA" dirty="0">
                <a:ea typeface="+mn-lt"/>
                <a:cs typeface="+mn-lt"/>
              </a:rPr>
              <a:t>.</a:t>
            </a:r>
            <a:endParaRPr lang="uk-UA" dirty="0">
              <a:ea typeface="Calibri"/>
              <a:cs typeface="Calibri"/>
            </a:endParaRPr>
          </a:p>
          <a:p>
            <a:pPr marL="0" indent="0" algn="just">
              <a:lnSpc>
                <a:spcPct val="70000"/>
              </a:lnSpc>
              <a:buNone/>
            </a:pPr>
            <a:endParaRPr lang="uk-UA" dirty="0">
              <a:ea typeface="Calibri"/>
              <a:cs typeface="Calibri"/>
            </a:endParaRPr>
          </a:p>
        </p:txBody>
      </p:sp>
    </p:spTree>
    <p:extLst>
      <p:ext uri="{BB962C8B-B14F-4D97-AF65-F5344CB8AC3E}">
        <p14:creationId xmlns:p14="http://schemas.microsoft.com/office/powerpoint/2010/main" val="36105372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0E59E-84FC-9C1F-694D-4C178EDDCD1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D6AC35A3-C536-0B2E-E450-4A858863B778}"/>
              </a:ext>
            </a:extLst>
          </p:cNvPr>
          <p:cNvSpPr>
            <a:spLocks noGrp="1"/>
          </p:cNvSpPr>
          <p:nvPr>
            <p:ph type="title"/>
          </p:nvPr>
        </p:nvSpPr>
        <p:spPr/>
        <p:txBody>
          <a:bodyPr>
            <a:normAutofit/>
          </a:bodyPr>
          <a:lstStyle/>
          <a:p>
            <a:r>
              <a:rPr lang="uk-UA">
                <a:latin typeface="Calibri Light"/>
                <a:ea typeface="Calibri Light"/>
                <a:cs typeface="Calibri Light"/>
              </a:rPr>
              <a:t>Вибір представлення цільової функції</a:t>
            </a:r>
            <a:endParaRPr lang="uk-UA"/>
          </a:p>
        </p:txBody>
      </p:sp>
      <p:sp>
        <p:nvSpPr>
          <p:cNvPr id="3" name="Місце для вмісту 2">
            <a:extLst>
              <a:ext uri="{FF2B5EF4-FFF2-40B4-BE49-F238E27FC236}">
                <a16:creationId xmlns:a16="http://schemas.microsoft.com/office/drawing/2014/main" id="{F2C5AC36-C9C7-49B8-234B-099A12C7F18A}"/>
              </a:ext>
            </a:extLst>
          </p:cNvPr>
          <p:cNvSpPr>
            <a:spLocks noGrp="1"/>
          </p:cNvSpPr>
          <p:nvPr>
            <p:ph idx="1"/>
          </p:nvPr>
        </p:nvSpPr>
        <p:spPr/>
        <p:txBody>
          <a:bodyPr vert="horz" lIns="0" tIns="45720" rIns="0" bIns="45720" rtlCol="0" anchor="t">
            <a:normAutofit/>
          </a:bodyPr>
          <a:lstStyle/>
          <a:p>
            <a:pPr marL="0" indent="0" algn="just">
              <a:lnSpc>
                <a:spcPct val="70000"/>
              </a:lnSpc>
              <a:buNone/>
            </a:pPr>
            <a:r>
              <a:rPr lang="uk-UA" dirty="0">
                <a:ea typeface="+mn-lt"/>
                <a:cs typeface="+mn-lt"/>
              </a:rPr>
              <a:t>Коли ми визначено </a:t>
            </a:r>
            <a:r>
              <a:rPr lang="uk-UA" i="1" dirty="0">
                <a:ea typeface="+mn-lt"/>
                <a:cs typeface="+mn-lt"/>
              </a:rPr>
              <a:t>ідеальну</a:t>
            </a:r>
            <a:r>
              <a:rPr lang="uk-UA" dirty="0">
                <a:ea typeface="+mn-lt"/>
                <a:cs typeface="+mn-lt"/>
              </a:rPr>
              <a:t> цільову функцію </a:t>
            </a:r>
            <a:r>
              <a:rPr lang="uk-UA" b="1" i="1" dirty="0">
                <a:ea typeface="+mn-lt"/>
                <a:cs typeface="+mn-lt"/>
              </a:rPr>
              <a:t>V</a:t>
            </a:r>
            <a:r>
              <a:rPr lang="uk-UA" dirty="0">
                <a:ea typeface="+mn-lt"/>
                <a:cs typeface="+mn-lt"/>
              </a:rPr>
              <a:t>, необхідно вибрати представлення, яке програма навчання буде використовувати для опису функції </a:t>
            </a:r>
            <a:r>
              <a:rPr lang="uk-UA" b="1" dirty="0">
                <a:ea typeface="+mn-lt"/>
                <a:cs typeface="+mn-lt"/>
              </a:rPr>
              <a:t>V*</a:t>
            </a:r>
            <a:r>
              <a:rPr lang="uk-UA" dirty="0">
                <a:ea typeface="+mn-lt"/>
                <a:cs typeface="+mn-lt"/>
              </a:rPr>
              <a:t>, яку вона буде вивчати.</a:t>
            </a:r>
          </a:p>
          <a:p>
            <a:pPr marL="0" indent="0" algn="just">
              <a:lnSpc>
                <a:spcPct val="70000"/>
              </a:lnSpc>
              <a:buNone/>
            </a:pPr>
            <a:r>
              <a:rPr lang="uk-UA" dirty="0">
                <a:ea typeface="+mn-lt"/>
                <a:cs typeface="+mn-lt"/>
              </a:rPr>
              <a:t>Як і в попередніх випадках вибору дизайну, є багато варіантів:</a:t>
            </a:r>
          </a:p>
          <a:p>
            <a:pPr marL="0" indent="0" algn="just">
              <a:lnSpc>
                <a:spcPct val="70000"/>
              </a:lnSpc>
              <a:buNone/>
            </a:pPr>
            <a:r>
              <a:rPr lang="uk-UA" dirty="0">
                <a:ea typeface="+mn-lt"/>
                <a:cs typeface="+mn-lt"/>
              </a:rPr>
              <a:t>• представляти за допомогою великої таблиці з окремими записами, що визначають значення для кожного окремого стану </a:t>
            </a:r>
            <a:r>
              <a:rPr lang="uk-UA">
                <a:ea typeface="+mn-lt"/>
                <a:cs typeface="+mn-lt"/>
              </a:rPr>
              <a:t>системи</a:t>
            </a:r>
            <a:endParaRPr lang="uk-UA" dirty="0">
              <a:ea typeface="Calibri" panose="020F0502020204030204"/>
              <a:cs typeface="Calibri" panose="020F0502020204030204"/>
            </a:endParaRPr>
          </a:p>
          <a:p>
            <a:pPr marL="0" indent="0" algn="just">
              <a:lnSpc>
                <a:spcPct val="70000"/>
              </a:lnSpc>
              <a:buNone/>
            </a:pPr>
            <a:r>
              <a:rPr lang="uk-UA" dirty="0">
                <a:ea typeface="+mn-lt"/>
                <a:cs typeface="+mn-lt"/>
              </a:rPr>
              <a:t>• представляти систему за допомогою набору правил, які відповідають особливостям певного стану</a:t>
            </a:r>
            <a:endParaRPr lang="uk-UA" dirty="0"/>
          </a:p>
          <a:p>
            <a:pPr marL="0" indent="0" algn="just">
              <a:lnSpc>
                <a:spcPct val="70000"/>
              </a:lnSpc>
              <a:buNone/>
            </a:pPr>
            <a:r>
              <a:rPr lang="uk-UA" dirty="0">
                <a:ea typeface="+mn-lt"/>
                <a:cs typeface="+mn-lt"/>
              </a:rPr>
              <a:t>•  представляти поліноміальною функцію заздалегідь визначених особливостей</a:t>
            </a:r>
            <a:endParaRPr lang="uk-UA" dirty="0"/>
          </a:p>
          <a:p>
            <a:pPr marL="0" indent="0" algn="just">
              <a:lnSpc>
                <a:spcPct val="70000"/>
              </a:lnSpc>
              <a:buNone/>
            </a:pPr>
            <a:r>
              <a:rPr lang="uk-UA" dirty="0">
                <a:ea typeface="+mn-lt"/>
                <a:cs typeface="+mn-lt"/>
              </a:rPr>
              <a:t>• представляти штучною нейронною мережею.</a:t>
            </a:r>
            <a:endParaRPr lang="uk-UA" dirty="0"/>
          </a:p>
          <a:p>
            <a:pPr marL="0" indent="0" algn="just">
              <a:lnSpc>
                <a:spcPct val="70000"/>
              </a:lnSpc>
              <a:buNone/>
            </a:pPr>
            <a:endParaRPr lang="uk-UA" dirty="0">
              <a:ea typeface="Calibri"/>
              <a:cs typeface="Calibri"/>
            </a:endParaRPr>
          </a:p>
        </p:txBody>
      </p:sp>
    </p:spTree>
    <p:extLst>
      <p:ext uri="{BB962C8B-B14F-4D97-AF65-F5344CB8AC3E}">
        <p14:creationId xmlns:p14="http://schemas.microsoft.com/office/powerpoint/2010/main" val="11194233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A07BA-527E-F67E-2B09-EDCCAE72AE6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827A679-84FF-0F1C-E8BC-71583CC8E4A7}"/>
              </a:ext>
            </a:extLst>
          </p:cNvPr>
          <p:cNvSpPr>
            <a:spLocks noGrp="1"/>
          </p:cNvSpPr>
          <p:nvPr>
            <p:ph type="title"/>
          </p:nvPr>
        </p:nvSpPr>
        <p:spPr/>
        <p:txBody>
          <a:bodyPr>
            <a:normAutofit/>
          </a:bodyPr>
          <a:lstStyle/>
          <a:p>
            <a:r>
              <a:rPr lang="uk-UA">
                <a:latin typeface="Calibri Light"/>
                <a:ea typeface="Calibri Light"/>
                <a:cs typeface="Calibri Light"/>
              </a:rPr>
              <a:t>Вибір представлення цільової функції</a:t>
            </a:r>
            <a:endParaRPr lang="uk-UA"/>
          </a:p>
        </p:txBody>
      </p:sp>
      <p:sp>
        <p:nvSpPr>
          <p:cNvPr id="3" name="Місце для вмісту 2">
            <a:extLst>
              <a:ext uri="{FF2B5EF4-FFF2-40B4-BE49-F238E27FC236}">
                <a16:creationId xmlns:a16="http://schemas.microsoft.com/office/drawing/2014/main" id="{16132DFF-A94A-FC42-D49D-95E75B556D62}"/>
              </a:ext>
            </a:extLst>
          </p:cNvPr>
          <p:cNvSpPr>
            <a:spLocks noGrp="1"/>
          </p:cNvSpPr>
          <p:nvPr>
            <p:ph idx="1"/>
          </p:nvPr>
        </p:nvSpPr>
        <p:spPr/>
        <p:txBody>
          <a:bodyPr vert="horz" lIns="0" tIns="45720" rIns="0" bIns="45720" rtlCol="0" anchor="t">
            <a:normAutofit/>
          </a:bodyPr>
          <a:lstStyle/>
          <a:p>
            <a:pPr marL="0" indent="0" algn="just">
              <a:lnSpc>
                <a:spcPct val="70000"/>
              </a:lnSpc>
              <a:buNone/>
            </a:pPr>
            <a:r>
              <a:rPr lang="uk-UA" dirty="0">
                <a:ea typeface="Calibri"/>
                <a:cs typeface="Calibri"/>
              </a:rPr>
              <a:t>Загалом, цей вибір представлення передбачає важливий </a:t>
            </a:r>
            <a:r>
              <a:rPr lang="uk-UA">
                <a:ea typeface="Calibri"/>
                <a:cs typeface="Calibri"/>
              </a:rPr>
              <a:t>компроміс.</a:t>
            </a:r>
            <a:endParaRPr lang="uk-UA"/>
          </a:p>
          <a:p>
            <a:pPr marL="0" indent="0" algn="just">
              <a:lnSpc>
                <a:spcPct val="70000"/>
              </a:lnSpc>
              <a:buNone/>
            </a:pPr>
            <a:r>
              <a:rPr lang="uk-UA">
                <a:ea typeface="Calibri"/>
                <a:cs typeface="Calibri"/>
              </a:rPr>
              <a:t>• З одного боку, ми </a:t>
            </a:r>
            <a:r>
              <a:rPr lang="uk-UA" dirty="0">
                <a:ea typeface="Calibri"/>
                <a:cs typeface="Calibri"/>
              </a:rPr>
              <a:t>хочемо вибрати дуже виразне представлення, щоб можна було представити якомога ближче наближення до ідеальної цільової функції </a:t>
            </a:r>
            <a:r>
              <a:rPr lang="uk-UA" b="1" i="1" dirty="0">
                <a:ea typeface="Calibri"/>
                <a:cs typeface="Calibri"/>
              </a:rPr>
              <a:t>V</a:t>
            </a:r>
            <a:r>
              <a:rPr lang="uk-UA" dirty="0">
                <a:ea typeface="Calibri"/>
                <a:cs typeface="Calibri"/>
              </a:rPr>
              <a:t>. </a:t>
            </a:r>
          </a:p>
          <a:p>
            <a:pPr marL="0" indent="0" algn="just">
              <a:lnSpc>
                <a:spcPct val="70000"/>
              </a:lnSpc>
              <a:buNone/>
            </a:pPr>
            <a:r>
              <a:rPr lang="uk-UA">
                <a:ea typeface="Calibri"/>
                <a:cs typeface="Calibri"/>
              </a:rPr>
              <a:t>• </a:t>
            </a:r>
            <a:r>
              <a:rPr lang="uk-UA">
                <a:ea typeface="+mn-lt"/>
                <a:cs typeface="+mn-lt"/>
              </a:rPr>
              <a:t>З іншого боку, чим виразнішим є представлення, тим більше навчальних даних знадобиться програмі, щоб вибрати серед альтернативних гіпотез, які вона може представити.</a:t>
            </a:r>
            <a:endParaRPr lang="uk-UA">
              <a:ea typeface="Calibri"/>
              <a:cs typeface="Calibri"/>
            </a:endParaRPr>
          </a:p>
          <a:p>
            <a:pPr marL="0" indent="0" algn="just">
              <a:lnSpc>
                <a:spcPct val="70000"/>
              </a:lnSpc>
              <a:buNone/>
            </a:pPr>
            <a:endParaRPr lang="uk-UA" dirty="0">
              <a:ea typeface="Calibri"/>
              <a:cs typeface="Calibri"/>
            </a:endParaRPr>
          </a:p>
        </p:txBody>
      </p:sp>
    </p:spTree>
    <p:extLst>
      <p:ext uri="{BB962C8B-B14F-4D97-AF65-F5344CB8AC3E}">
        <p14:creationId xmlns:p14="http://schemas.microsoft.com/office/powerpoint/2010/main" val="36197933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D9795-594C-BA44-204D-27839C5EAB5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360F6DB3-FA5F-3CD6-AB69-E31ED1A3EA4B}"/>
              </a:ext>
            </a:extLst>
          </p:cNvPr>
          <p:cNvSpPr>
            <a:spLocks noGrp="1"/>
          </p:cNvSpPr>
          <p:nvPr>
            <p:ph type="title"/>
          </p:nvPr>
        </p:nvSpPr>
        <p:spPr/>
        <p:txBody>
          <a:bodyPr>
            <a:normAutofit/>
          </a:bodyPr>
          <a:lstStyle/>
          <a:p>
            <a:r>
              <a:rPr lang="uk-UA">
                <a:latin typeface="Calibri Light"/>
                <a:ea typeface="Calibri Light"/>
                <a:cs typeface="Calibri Light"/>
              </a:rPr>
              <a:t>Вибір алгоритму навчання</a:t>
            </a:r>
            <a:endParaRPr lang="uk-UA"/>
          </a:p>
        </p:txBody>
      </p:sp>
      <p:sp>
        <p:nvSpPr>
          <p:cNvPr id="3" name="Місце для вмісту 2">
            <a:extLst>
              <a:ext uri="{FF2B5EF4-FFF2-40B4-BE49-F238E27FC236}">
                <a16:creationId xmlns:a16="http://schemas.microsoft.com/office/drawing/2014/main" id="{8B66D3FF-9A16-AD73-2D87-504A55D067CE}"/>
              </a:ext>
            </a:extLst>
          </p:cNvPr>
          <p:cNvSpPr>
            <a:spLocks noGrp="1"/>
          </p:cNvSpPr>
          <p:nvPr>
            <p:ph idx="1"/>
          </p:nvPr>
        </p:nvSpPr>
        <p:spPr/>
        <p:txBody>
          <a:bodyPr vert="horz" lIns="0" tIns="45720" rIns="0" bIns="45720" rtlCol="0" anchor="t">
            <a:normAutofit/>
          </a:bodyPr>
          <a:lstStyle/>
          <a:p>
            <a:pPr marL="0" indent="0" algn="just">
              <a:lnSpc>
                <a:spcPct val="70000"/>
              </a:lnSpc>
              <a:buNone/>
            </a:pPr>
            <a:r>
              <a:rPr lang="uk-UA">
                <a:ea typeface="+mn-lt"/>
                <a:cs typeface="+mn-lt"/>
              </a:rPr>
              <a:t>• Вибір навчальних даних </a:t>
            </a:r>
            <a:r>
              <a:rPr lang="uk-UA" b="1" i="1">
                <a:ea typeface="+mn-lt"/>
                <a:cs typeface="+mn-lt"/>
              </a:rPr>
              <a:t>V_train</a:t>
            </a:r>
            <a:r>
              <a:rPr lang="uk-UA" dirty="0">
                <a:ea typeface="+mn-lt"/>
                <a:cs typeface="+mn-lt"/>
              </a:rPr>
              <a:t>. </a:t>
            </a:r>
            <a:endParaRPr lang="uk-UA" dirty="0"/>
          </a:p>
          <a:p>
            <a:pPr marL="0" indent="0" algn="just">
              <a:lnSpc>
                <a:spcPct val="70000"/>
              </a:lnSpc>
              <a:buNone/>
            </a:pPr>
            <a:r>
              <a:rPr lang="uk-UA">
                <a:ea typeface="+mn-lt"/>
                <a:cs typeface="+mn-lt"/>
              </a:rPr>
              <a:t>• Обчислення проміжної цільової функції </a:t>
            </a:r>
            <a:r>
              <a:rPr lang="uk-UA" b="1" i="1">
                <a:ea typeface="+mn-lt"/>
                <a:cs typeface="+mn-lt"/>
              </a:rPr>
              <a:t>V_temp</a:t>
            </a:r>
          </a:p>
          <a:p>
            <a:pPr marL="0" indent="0" algn="just">
              <a:lnSpc>
                <a:spcPct val="70000"/>
              </a:lnSpc>
              <a:buNone/>
            </a:pPr>
            <a:r>
              <a:rPr lang="uk-UA">
                <a:ea typeface="+mn-lt"/>
                <a:cs typeface="+mn-lt"/>
              </a:rPr>
              <a:t>• Обчислення помилки</a:t>
            </a:r>
          </a:p>
          <a:p>
            <a:pPr marL="0" indent="0" algn="just">
              <a:lnSpc>
                <a:spcPct val="70000"/>
              </a:lnSpc>
              <a:buNone/>
            </a:pPr>
            <a:endParaRPr lang="uk-UA" dirty="0">
              <a:ea typeface="Calibri"/>
              <a:cs typeface="Calibri"/>
            </a:endParaRPr>
          </a:p>
          <a:p>
            <a:pPr marL="0" indent="0" algn="just">
              <a:lnSpc>
                <a:spcPct val="70000"/>
              </a:lnSpc>
              <a:buNone/>
            </a:pPr>
            <a:endParaRPr lang="uk-UA" dirty="0">
              <a:ea typeface="Calibri"/>
              <a:cs typeface="Calibri"/>
            </a:endParaRPr>
          </a:p>
          <a:p>
            <a:pPr marL="0" indent="0" algn="just">
              <a:lnSpc>
                <a:spcPct val="70000"/>
              </a:lnSpc>
              <a:buNone/>
            </a:pPr>
            <a:r>
              <a:rPr lang="uk-UA" dirty="0">
                <a:ea typeface="Calibri"/>
                <a:cs typeface="Calibri"/>
              </a:rPr>
              <a:t>• Зміна ваг цільової функції </a:t>
            </a:r>
            <a:r>
              <a:rPr lang="uk-UA" b="1" i="1" dirty="0">
                <a:ea typeface="Calibri"/>
                <a:cs typeface="Calibri"/>
              </a:rPr>
              <a:t>V_train </a:t>
            </a:r>
            <a:r>
              <a:rPr lang="uk-UA" dirty="0">
                <a:ea typeface="Calibri"/>
                <a:cs typeface="Calibri"/>
              </a:rPr>
              <a:t>на основі </a:t>
            </a:r>
            <a:r>
              <a:rPr lang="uk-UA" b="1" i="1">
                <a:ea typeface="Calibri"/>
                <a:cs typeface="Calibri"/>
              </a:rPr>
              <a:t>E</a:t>
            </a:r>
            <a:endParaRPr lang="uk-UA"/>
          </a:p>
        </p:txBody>
      </p:sp>
      <p:pic>
        <p:nvPicPr>
          <p:cNvPr id="4" name="Рисунок 3" descr="Зображення, що містить Шрифт, каліграфія, білий, текст&#10;&#10;Вміст на основі ШІ може бути неправильним.">
            <a:extLst>
              <a:ext uri="{FF2B5EF4-FFF2-40B4-BE49-F238E27FC236}">
                <a16:creationId xmlns:a16="http://schemas.microsoft.com/office/drawing/2014/main" id="{DAD2FF95-146C-74A7-95CC-6946C00B554F}"/>
              </a:ext>
            </a:extLst>
          </p:cNvPr>
          <p:cNvPicPr>
            <a:picLocks noChangeAspect="1"/>
          </p:cNvPicPr>
          <p:nvPr/>
        </p:nvPicPr>
        <p:blipFill>
          <a:blip r:embed="rId2"/>
          <a:stretch>
            <a:fillRect/>
          </a:stretch>
        </p:blipFill>
        <p:spPr>
          <a:xfrm>
            <a:off x="2017939" y="3019651"/>
            <a:ext cx="8210550" cy="619125"/>
          </a:xfrm>
          <a:prstGeom prst="rect">
            <a:avLst/>
          </a:prstGeom>
        </p:spPr>
      </p:pic>
    </p:spTree>
    <p:extLst>
      <p:ext uri="{BB962C8B-B14F-4D97-AF65-F5344CB8AC3E}">
        <p14:creationId xmlns:p14="http://schemas.microsoft.com/office/powerpoint/2010/main" val="2456374666"/>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Широкий екран</PresentationFormat>
  <Paragraphs>0</Paragraphs>
  <Slides>47</Slides>
  <Notes>0</Notes>
  <HiddenSlides>0</HiddenSlides>
  <MMClips>0</MMClips>
  <ScaleCrop>false</ScaleCrop>
  <HeadingPairs>
    <vt:vector size="4" baseType="variant">
      <vt:variant>
        <vt:lpstr>Тема</vt:lpstr>
      </vt:variant>
      <vt:variant>
        <vt:i4>1</vt:i4>
      </vt:variant>
      <vt:variant>
        <vt:lpstr>Заголовки слайдів</vt:lpstr>
      </vt:variant>
      <vt:variant>
        <vt:i4>47</vt:i4>
      </vt:variant>
    </vt:vector>
  </HeadingPairs>
  <TitlesOfParts>
    <vt:vector size="48" baseType="lpstr">
      <vt:lpstr>Retrospect</vt:lpstr>
      <vt:lpstr>Основи машинного навчання</vt:lpstr>
      <vt:lpstr>Вступ</vt:lpstr>
      <vt:lpstr>Машинне навчання</vt:lpstr>
      <vt:lpstr>Машинне навчання</vt:lpstr>
      <vt:lpstr>Навчання</vt:lpstr>
      <vt:lpstr> Приклад: Розпізнання письма </vt:lpstr>
      <vt:lpstr>Приклад: Автоматизація керування машиною</vt:lpstr>
      <vt:lpstr>Приклад: Гра в шахи</vt:lpstr>
      <vt:lpstr>Компоненти навчання</vt:lpstr>
      <vt:lpstr>Зберігання даних</vt:lpstr>
      <vt:lpstr>Абстрагування</vt:lpstr>
      <vt:lpstr>Узагальнення</vt:lpstr>
      <vt:lpstr>Оцінювання</vt:lpstr>
      <vt:lpstr>Моделі навчання</vt:lpstr>
      <vt:lpstr>Моделі навчання</vt:lpstr>
      <vt:lpstr>Моделі навчання</vt:lpstr>
      <vt:lpstr>Логічні моделі</vt:lpstr>
      <vt:lpstr>Логічні моделі та концептуальне навчання</vt:lpstr>
      <vt:lpstr>Логічні моделі та концептуальне навчання</vt:lpstr>
      <vt:lpstr>Логічні моделі та концептуальне навчання</vt:lpstr>
      <vt:lpstr>Логічні моделі та концептуальне навчання</vt:lpstr>
      <vt:lpstr>Логічні моделі та концептуальне навчання</vt:lpstr>
      <vt:lpstr>Логічні моделі та концептуальне навчання</vt:lpstr>
      <vt:lpstr>Геометричні моделі</vt:lpstr>
      <vt:lpstr>Геометричні моделі</vt:lpstr>
      <vt:lpstr>Геометричні моделі Лінійні моделі</vt:lpstr>
      <vt:lpstr>Геометричні моделі Лінійні моделі</vt:lpstr>
      <vt:lpstr>Геометричні моделі Лінійні моделі</vt:lpstr>
      <vt:lpstr>Геометричні моделі Моделі, засновані на відстані</vt:lpstr>
      <vt:lpstr>Геометричні моделі Моделі, засновані на відстані</vt:lpstr>
      <vt:lpstr>Геометричні моделі Моделі, засновані на відстані</vt:lpstr>
      <vt:lpstr>Геометричні моделі Моделі, засновані на відстані</vt:lpstr>
      <vt:lpstr>Ймовірнісні моделі</vt:lpstr>
      <vt:lpstr>Ймовірнісні моделі</vt:lpstr>
      <vt:lpstr>Ймовірнісні моделі</vt:lpstr>
      <vt:lpstr>Групування та оцінювання</vt:lpstr>
      <vt:lpstr>Навчання моделей</vt:lpstr>
      <vt:lpstr>Навчання моделей</vt:lpstr>
      <vt:lpstr>Навчання моделей</vt:lpstr>
      <vt:lpstr>Навчання моделей</vt:lpstr>
      <vt:lpstr>Тип навчального досвіду</vt:lpstr>
      <vt:lpstr>Тип навчального досвіду</vt:lpstr>
      <vt:lpstr>Тип навчального досвіду</vt:lpstr>
      <vt:lpstr>Вибір цільової функції</vt:lpstr>
      <vt:lpstr>Вибір представлення цільової функції</vt:lpstr>
      <vt:lpstr>Вибір представлення цільової функції</vt:lpstr>
      <vt:lpstr>Вибір алгоритму навчання</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919</cp:revision>
  <dcterms:created xsi:type="dcterms:W3CDTF">2025-09-11T20:08:31Z</dcterms:created>
  <dcterms:modified xsi:type="dcterms:W3CDTF">2025-09-17T20:27:11Z</dcterms:modified>
</cp:coreProperties>
</file>