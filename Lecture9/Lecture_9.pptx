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k.eitca.org/artificial-intelligence/eitc-ai-mlp-machine-learning-with-python/support-vector-machine/support-vector-machine-optimization/examination-review-support-vector-machine-optimization/what-is-the-objective-of-the-svm-optimization-problem-and-how-is-it-mathematically-formulated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ML&amp;DP Lecture 9</dc:title>
  <dc:subject>PptxGenJS Presentation</dc:subject>
  <dc:creator>Created by Marp</dc:creator>
  <cp:lastModifiedBy>Created by Marp</cp:lastModifiedBy>
  <cp:revision>1</cp:revision>
  <dcterms:created xsi:type="dcterms:W3CDTF">2025-12-03T21:32:02Z</dcterms:created>
  <dcterms:modified xsi:type="dcterms:W3CDTF">2025-12-03T21:32:02Z</dcterms:modified>
</cp:coreProperties>
</file>