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https://towardsdatascience.com/reduce-bias-in-time-series-cross-validation-with-blocked-split-4ecbfc88f5a4/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---
# Регуляризація та опуклої оптимізація
* Ridge розвʼязується аналітично через градієнт:
  $$
  \beta = (X^TX + \lambda I)^{-1}X^Ty
  $$
* Lasso → задача розв’язується LARS/Coordinate Descent, бо норма не диференційована в 0
* ElasticNet → комбінація двох просторів, контроль sparsity параметром α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Компроміс зсуву та дисперсії (Bias–variance tradeoff)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ML&amp;DP Lecture 10</dc:title>
  <dc:subject>PptxGenJS Presentation</dc:subject>
  <dc:creator>Created by Marp</dc:creator>
  <cp:lastModifiedBy>Created by Marp</cp:lastModifiedBy>
  <cp:revision>1</cp:revision>
  <dcterms:created xsi:type="dcterms:W3CDTF">2025-12-11T19:55:34Z</dcterms:created>
  <dcterms:modified xsi:type="dcterms:W3CDTF">2025-12-11T19:55:34Z</dcterms:modified>
</cp:coreProperties>
</file>